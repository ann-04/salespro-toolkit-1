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15"/>
  </p:notesMasterIdLst>
  <p:sldIdLst>
    <p:sldId id="361" r:id="rId5"/>
    <p:sldId id="435" r:id="rId6"/>
    <p:sldId id="405" r:id="rId7"/>
    <p:sldId id="456" r:id="rId8"/>
    <p:sldId id="406" r:id="rId9"/>
    <p:sldId id="407" r:id="rId10"/>
    <p:sldId id="408" r:id="rId11"/>
    <p:sldId id="409" r:id="rId12"/>
    <p:sldId id="410" r:id="rId13"/>
    <p:sldId id="411" r:id="rId14"/>
    <p:sldId id="412" r:id="rId15"/>
    <p:sldId id="413" r:id="rId16"/>
    <p:sldId id="414" r:id="rId17"/>
    <p:sldId id="415" r:id="rId18"/>
    <p:sldId id="416" r:id="rId19"/>
    <p:sldId id="417" r:id="rId20"/>
    <p:sldId id="418" r:id="rId21"/>
    <p:sldId id="419" r:id="rId22"/>
    <p:sldId id="420" r:id="rId23"/>
    <p:sldId id="421" r:id="rId24"/>
    <p:sldId id="422" r:id="rId25"/>
    <p:sldId id="423" r:id="rId26"/>
    <p:sldId id="424" r:id="rId27"/>
    <p:sldId id="425" r:id="rId28"/>
    <p:sldId id="426" r:id="rId29"/>
    <p:sldId id="427" r:id="rId30"/>
    <p:sldId id="428" r:id="rId31"/>
    <p:sldId id="429" r:id="rId32"/>
    <p:sldId id="430" r:id="rId33"/>
    <p:sldId id="431" r:id="rId34"/>
    <p:sldId id="432" r:id="rId35"/>
    <p:sldId id="433" r:id="rId36"/>
    <p:sldId id="489" r:id="rId37"/>
    <p:sldId id="490" r:id="rId38"/>
    <p:sldId id="491" r:id="rId39"/>
    <p:sldId id="492" r:id="rId40"/>
    <p:sldId id="493" r:id="rId41"/>
    <p:sldId id="494" r:id="rId42"/>
    <p:sldId id="495" r:id="rId43"/>
    <p:sldId id="496" r:id="rId44"/>
    <p:sldId id="497" r:id="rId45"/>
    <p:sldId id="498" r:id="rId46"/>
    <p:sldId id="499" r:id="rId47"/>
    <p:sldId id="500" r:id="rId48"/>
    <p:sldId id="501" r:id="rId49"/>
    <p:sldId id="502" r:id="rId50"/>
    <p:sldId id="503" r:id="rId51"/>
    <p:sldId id="504" r:id="rId52"/>
    <p:sldId id="505" r:id="rId53"/>
    <p:sldId id="506" r:id="rId54"/>
    <p:sldId id="548" r:id="rId55"/>
    <p:sldId id="507" r:id="rId56"/>
    <p:sldId id="509" r:id="rId57"/>
    <p:sldId id="510" r:id="rId58"/>
    <p:sldId id="512" r:id="rId59"/>
    <p:sldId id="513" r:id="rId60"/>
    <p:sldId id="514" r:id="rId61"/>
    <p:sldId id="515" r:id="rId62"/>
    <p:sldId id="516" r:id="rId63"/>
    <p:sldId id="549" r:id="rId64"/>
    <p:sldId id="550" r:id="rId65"/>
    <p:sldId id="551" r:id="rId66"/>
    <p:sldId id="552" r:id="rId67"/>
    <p:sldId id="553" r:id="rId68"/>
    <p:sldId id="554" r:id="rId69"/>
    <p:sldId id="555" r:id="rId70"/>
    <p:sldId id="556" r:id="rId71"/>
    <p:sldId id="557" r:id="rId72"/>
    <p:sldId id="558" r:id="rId73"/>
    <p:sldId id="559" r:id="rId74"/>
    <p:sldId id="560" r:id="rId75"/>
    <p:sldId id="561" r:id="rId76"/>
    <p:sldId id="583" r:id="rId77"/>
    <p:sldId id="520" r:id="rId78"/>
    <p:sldId id="521" r:id="rId79"/>
    <p:sldId id="522" r:id="rId80"/>
    <p:sldId id="523" r:id="rId81"/>
    <p:sldId id="524" r:id="rId82"/>
    <p:sldId id="525" r:id="rId83"/>
    <p:sldId id="526" r:id="rId84"/>
    <p:sldId id="527" r:id="rId85"/>
    <p:sldId id="528" r:id="rId86"/>
    <p:sldId id="529" r:id="rId87"/>
    <p:sldId id="530" r:id="rId88"/>
    <p:sldId id="531" r:id="rId89"/>
    <p:sldId id="532" r:id="rId90"/>
    <p:sldId id="533" r:id="rId91"/>
    <p:sldId id="534" r:id="rId92"/>
    <p:sldId id="535" r:id="rId93"/>
    <p:sldId id="536" r:id="rId94"/>
    <p:sldId id="537" r:id="rId95"/>
    <p:sldId id="538" r:id="rId96"/>
    <p:sldId id="539" r:id="rId97"/>
    <p:sldId id="540" r:id="rId98"/>
    <p:sldId id="541" r:id="rId99"/>
    <p:sldId id="544" r:id="rId100"/>
    <p:sldId id="545" r:id="rId101"/>
    <p:sldId id="546" r:id="rId102"/>
    <p:sldId id="547" r:id="rId103"/>
    <p:sldId id="562" r:id="rId104"/>
    <p:sldId id="563" r:id="rId105"/>
    <p:sldId id="564" r:id="rId106"/>
    <p:sldId id="565" r:id="rId107"/>
    <p:sldId id="566" r:id="rId108"/>
    <p:sldId id="567" r:id="rId109"/>
    <p:sldId id="568" r:id="rId110"/>
    <p:sldId id="569" r:id="rId111"/>
    <p:sldId id="580" r:id="rId112"/>
    <p:sldId id="581" r:id="rId113"/>
    <p:sldId id="582" r:id="rId114"/>
  </p:sldIdLst>
  <p:sldSz cx="9144000" cy="6858000" type="screen4x3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0" autoAdjust="0"/>
    <p:restoredTop sz="94434" autoAdjust="0"/>
  </p:normalViewPr>
  <p:slideViewPr>
    <p:cSldViewPr snapToGrid="0">
      <p:cViewPr varScale="1">
        <p:scale>
          <a:sx n="73" d="100"/>
          <a:sy n="73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viewProps" Target="viewProps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theme" Target="theme/theme1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1-09-07T03:39:27.6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22650 12876 0,'0'-29'16,"29"29"30</inkml:trace>
  <inkml:trace contextRef="#ctx0" brushRef="#br0" timeOffset="62992.65">17470 12788 0,'0'30'16,"0"28"-16,0 1 15,0-1-15,0 1 16,0-1-16,0 1 16,0-1-16,0-29 15,0 1-15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DF98383-3876-4111-93DE-4060F55D72F9}" type="datetimeFigureOut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4300" y="1163638"/>
            <a:ext cx="4186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A5EBA6-F24B-47CC-8811-CA745AC8CB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080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1F4602E-FCD4-4FBC-A1AE-BF84B67BB1DA}" type="slidenum">
              <a:rPr lang="en-US" altLang="en-US" sz="1200" smtClean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75</a:t>
            </a:fld>
            <a:endParaRPr lang="en-US" altLang="en-US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742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96237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39D780D-C904-4072-8F2F-DFAED3CA2861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5013" y="6381750"/>
            <a:ext cx="2057400" cy="365125"/>
          </a:xfrm>
        </p:spPr>
        <p:txBody>
          <a:bodyPr/>
          <a:lstStyle>
            <a:lvl1pPr>
              <a:defRPr sz="16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pPr>
              <a:defRPr/>
            </a:pPr>
            <a:fld id="{793FB6E0-D5C1-4426-97D9-2DD53B1B22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2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12875"/>
            <a:ext cx="7886700" cy="8323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06285"/>
            <a:ext cx="7886700" cy="387966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AD5C4B8-8E8F-4686-BE45-E73AD45EB99F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61200" y="6429375"/>
            <a:ext cx="20574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964BB0F3-89EC-4F77-A72E-E640CAAA9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64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730023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727315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4B6703-E82D-4BE0-A655-0D40F4A183FE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7C54B-E853-4B2F-91AC-00424BB74D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26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82F0A-99F3-4C83-B4CC-48C6A9A4850B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7F100-3DC0-4B12-BA6B-3C20266A9E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57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BF50B-016B-493C-9C77-CB592D9987D6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2DBCB-F9A1-48B2-860D-0E187C670A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38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3AE06-427E-4CBA-A2A6-28B98F9EF925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6D98D-6E13-425A-9852-C0013FA07A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98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93013-928B-4FC2-8E20-36829C4C8B72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33C42-F9F8-47F5-A3D6-841918DAD9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1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6090C4-0CD7-4ED5-BD40-510B99FC6685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EBFA6-4248-4B5D-959D-0C0048169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5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3C0EA-65FE-46CA-AF83-4F3EC04B90DE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56B84-3216-4494-A9B2-22F16C5290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8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83B3E0-4031-41BF-992A-F98F4B037D27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D2F12-2EDA-4A45-B582-41742F15C2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79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8568BE-92F3-4E81-AB0A-74BD5CDE8746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FB051-B1B9-4861-A678-08FB0FF482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86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19737CF-EF1A-42C5-9AC1-06D542FE1783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00C02A2-5771-4506-8BA1-E31668DCB4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9144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88" r:id="rId1"/>
    <p:sldLayoutId id="2147484489" r:id="rId2"/>
    <p:sldLayoutId id="2147484479" r:id="rId3"/>
    <p:sldLayoutId id="2147484480" r:id="rId4"/>
    <p:sldLayoutId id="2147484481" r:id="rId5"/>
    <p:sldLayoutId id="2147484482" r:id="rId6"/>
    <p:sldLayoutId id="2147484483" r:id="rId7"/>
    <p:sldLayoutId id="2147484484" r:id="rId8"/>
    <p:sldLayoutId id="2147484485" r:id="rId9"/>
    <p:sldLayoutId id="2147484486" r:id="rId10"/>
    <p:sldLayoutId id="2147484487" r:id="rId11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0.bin"/><Relationship Id="rId26" Type="http://schemas.openxmlformats.org/officeDocument/2006/relationships/oleObject" Target="../embeddings/oleObject16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2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.bin"/><Relationship Id="rId17" Type="http://schemas.openxmlformats.org/officeDocument/2006/relationships/oleObject" Target="../embeddings/oleObject9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5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3.wmf"/><Relationship Id="rId21" Type="http://schemas.openxmlformats.org/officeDocument/2006/relationships/oleObject" Target="../embeddings/oleObject29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32.bin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8.bin"/><Relationship Id="rId29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31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24.bin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35.bin"/><Relationship Id="rId10" Type="http://schemas.openxmlformats.org/officeDocument/2006/relationships/oleObject" Target="../embeddings/oleObject21.bin"/><Relationship Id="rId19" Type="http://schemas.openxmlformats.org/officeDocument/2006/relationships/oleObject" Target="../embeddings/oleObject27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23.bin"/><Relationship Id="rId22" Type="http://schemas.openxmlformats.org/officeDocument/2006/relationships/oleObject" Target="../embeddings/oleObject30.bin"/><Relationship Id="rId27" Type="http://schemas.openxmlformats.org/officeDocument/2006/relationships/oleObject" Target="../embeddings/oleObject34.bin"/><Relationship Id="rId30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46.bin"/><Relationship Id="rId26" Type="http://schemas.openxmlformats.org/officeDocument/2006/relationships/oleObject" Target="../embeddings/oleObject52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48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42.bin"/><Relationship Id="rId17" Type="http://schemas.openxmlformats.org/officeDocument/2006/relationships/oleObject" Target="../embeddings/oleObject45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37.bin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7.bin"/><Relationship Id="rId29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5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50.bin"/><Relationship Id="rId28" Type="http://schemas.openxmlformats.org/officeDocument/2006/relationships/oleObject" Target="../embeddings/oleObject54.bin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43.bin"/><Relationship Id="rId22" Type="http://schemas.openxmlformats.org/officeDocument/2006/relationships/oleObject" Target="../embeddings/oleObject49.bin"/><Relationship Id="rId27" Type="http://schemas.openxmlformats.org/officeDocument/2006/relationships/oleObject" Target="../embeddings/oleObject53.bin"/><Relationship Id="rId30" Type="http://schemas.openxmlformats.org/officeDocument/2006/relationships/oleObject" Target="../embeddings/oleObject5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66.bin"/><Relationship Id="rId26" Type="http://schemas.openxmlformats.org/officeDocument/2006/relationships/oleObject" Target="../embeddings/oleObject72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68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2.bin"/><Relationship Id="rId17" Type="http://schemas.openxmlformats.org/officeDocument/2006/relationships/oleObject" Target="../embeddings/oleObject65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57.bin"/><Relationship Id="rId16" Type="http://schemas.openxmlformats.org/officeDocument/2006/relationships/oleObject" Target="../embeddings/oleObject64.bin"/><Relationship Id="rId20" Type="http://schemas.openxmlformats.org/officeDocument/2006/relationships/oleObject" Target="../embeddings/oleObject67.bin"/><Relationship Id="rId29" Type="http://schemas.openxmlformats.org/officeDocument/2006/relationships/oleObject" Target="../embeddings/oleObject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7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70.bin"/><Relationship Id="rId28" Type="http://schemas.openxmlformats.org/officeDocument/2006/relationships/oleObject" Target="../embeddings/oleObject74.bin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69.bin"/><Relationship Id="rId27" Type="http://schemas.openxmlformats.org/officeDocument/2006/relationships/oleObject" Target="../embeddings/oleObject73.bin"/><Relationship Id="rId30" Type="http://schemas.openxmlformats.org/officeDocument/2006/relationships/oleObject" Target="../embeddings/oleObject7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2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88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82.bin"/><Relationship Id="rId17" Type="http://schemas.openxmlformats.org/officeDocument/2006/relationships/oleObject" Target="../embeddings/oleObject85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77.bin"/><Relationship Id="rId16" Type="http://schemas.openxmlformats.org/officeDocument/2006/relationships/oleObject" Target="../embeddings/oleObject84.bin"/><Relationship Id="rId20" Type="http://schemas.openxmlformats.org/officeDocument/2006/relationships/oleObject" Target="../embeddings/oleObject87.bin"/><Relationship Id="rId29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9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90.bin"/><Relationship Id="rId28" Type="http://schemas.openxmlformats.org/officeDocument/2006/relationships/oleObject" Target="../embeddings/oleObject94.bin"/><Relationship Id="rId10" Type="http://schemas.openxmlformats.org/officeDocument/2006/relationships/oleObject" Target="../embeddings/oleObject81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78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83.bin"/><Relationship Id="rId22" Type="http://schemas.openxmlformats.org/officeDocument/2006/relationships/oleObject" Target="../embeddings/oleObject89.bin"/><Relationship Id="rId27" Type="http://schemas.openxmlformats.org/officeDocument/2006/relationships/oleObject" Target="../embeddings/oleObject93.bin"/><Relationship Id="rId30" Type="http://schemas.openxmlformats.org/officeDocument/2006/relationships/oleObject" Target="../embeddings/oleObject9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06.bin"/><Relationship Id="rId26" Type="http://schemas.openxmlformats.org/officeDocument/2006/relationships/oleObject" Target="../embeddings/oleObject112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08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02.bin"/><Relationship Id="rId17" Type="http://schemas.openxmlformats.org/officeDocument/2006/relationships/oleObject" Target="../embeddings/oleObject105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97.bin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07.bin"/><Relationship Id="rId29" Type="http://schemas.openxmlformats.org/officeDocument/2006/relationships/oleObject" Target="../embeddings/oleObject1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1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10.bin"/><Relationship Id="rId28" Type="http://schemas.openxmlformats.org/officeDocument/2006/relationships/oleObject" Target="../embeddings/oleObject114.bin"/><Relationship Id="rId10" Type="http://schemas.openxmlformats.org/officeDocument/2006/relationships/oleObject" Target="../embeddings/oleObject101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98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03.bin"/><Relationship Id="rId22" Type="http://schemas.openxmlformats.org/officeDocument/2006/relationships/oleObject" Target="../embeddings/oleObject109.bin"/><Relationship Id="rId27" Type="http://schemas.openxmlformats.org/officeDocument/2006/relationships/oleObject" Target="../embeddings/oleObject113.bin"/><Relationship Id="rId30" Type="http://schemas.openxmlformats.org/officeDocument/2006/relationships/oleObject" Target="../embeddings/oleObject11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26.bin"/><Relationship Id="rId26" Type="http://schemas.openxmlformats.org/officeDocument/2006/relationships/oleObject" Target="../embeddings/oleObject132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28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22.bin"/><Relationship Id="rId17" Type="http://schemas.openxmlformats.org/officeDocument/2006/relationships/oleObject" Target="../embeddings/oleObject125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117.bin"/><Relationship Id="rId16" Type="http://schemas.openxmlformats.org/officeDocument/2006/relationships/oleObject" Target="../embeddings/oleObject124.bin"/><Relationship Id="rId20" Type="http://schemas.openxmlformats.org/officeDocument/2006/relationships/oleObject" Target="../embeddings/oleObject127.bin"/><Relationship Id="rId29" Type="http://schemas.openxmlformats.org/officeDocument/2006/relationships/oleObject" Target="../embeddings/oleObject13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9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31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30.bin"/><Relationship Id="rId28" Type="http://schemas.openxmlformats.org/officeDocument/2006/relationships/oleObject" Target="../embeddings/oleObject134.bin"/><Relationship Id="rId10" Type="http://schemas.openxmlformats.org/officeDocument/2006/relationships/oleObject" Target="../embeddings/oleObject121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18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23.bin"/><Relationship Id="rId22" Type="http://schemas.openxmlformats.org/officeDocument/2006/relationships/oleObject" Target="../embeddings/oleObject129.bin"/><Relationship Id="rId27" Type="http://schemas.openxmlformats.org/officeDocument/2006/relationships/oleObject" Target="../embeddings/oleObject133.bin"/><Relationship Id="rId30" Type="http://schemas.openxmlformats.org/officeDocument/2006/relationships/oleObject" Target="../embeddings/oleObject13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0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146.bin"/><Relationship Id="rId26" Type="http://schemas.openxmlformats.org/officeDocument/2006/relationships/oleObject" Target="../embeddings/oleObject153.bin"/><Relationship Id="rId3" Type="http://schemas.openxmlformats.org/officeDocument/2006/relationships/image" Target="../media/image3.wmf"/><Relationship Id="rId21" Type="http://schemas.openxmlformats.org/officeDocument/2006/relationships/oleObject" Target="../embeddings/oleObject149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142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152.bin"/><Relationship Id="rId2" Type="http://schemas.openxmlformats.org/officeDocument/2006/relationships/oleObject" Target="../embeddings/oleObject137.bin"/><Relationship Id="rId16" Type="http://schemas.openxmlformats.org/officeDocument/2006/relationships/oleObject" Target="../embeddings/oleObject145.bin"/><Relationship Id="rId20" Type="http://schemas.openxmlformats.org/officeDocument/2006/relationships/oleObject" Target="../embeddings/oleObject148.bin"/><Relationship Id="rId29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9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151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144.bin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55.bin"/><Relationship Id="rId10" Type="http://schemas.openxmlformats.org/officeDocument/2006/relationships/oleObject" Target="../embeddings/oleObject141.bin"/><Relationship Id="rId19" Type="http://schemas.openxmlformats.org/officeDocument/2006/relationships/oleObject" Target="../embeddings/oleObject147.bin"/><Relationship Id="rId4" Type="http://schemas.openxmlformats.org/officeDocument/2006/relationships/oleObject" Target="../embeddings/oleObject138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143.bin"/><Relationship Id="rId22" Type="http://schemas.openxmlformats.org/officeDocument/2006/relationships/oleObject" Target="../embeddings/oleObject150.bin"/><Relationship Id="rId27" Type="http://schemas.openxmlformats.org/officeDocument/2006/relationships/oleObject" Target="../embeddings/oleObject15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65.bin"/><Relationship Id="rId26" Type="http://schemas.openxmlformats.org/officeDocument/2006/relationships/oleObject" Target="../embeddings/oleObject171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67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61.bin"/><Relationship Id="rId17" Type="http://schemas.openxmlformats.org/officeDocument/2006/relationships/oleObject" Target="../embeddings/oleObject164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156.bin"/><Relationship Id="rId16" Type="http://schemas.openxmlformats.org/officeDocument/2006/relationships/oleObject" Target="../embeddings/oleObject163.bin"/><Relationship Id="rId20" Type="http://schemas.openxmlformats.org/officeDocument/2006/relationships/oleObject" Target="../embeddings/oleObject166.bin"/><Relationship Id="rId29" Type="http://schemas.openxmlformats.org/officeDocument/2006/relationships/oleObject" Target="../embeddings/oleObject17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70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69.bin"/><Relationship Id="rId28" Type="http://schemas.openxmlformats.org/officeDocument/2006/relationships/oleObject" Target="../embeddings/oleObject173.bin"/><Relationship Id="rId10" Type="http://schemas.openxmlformats.org/officeDocument/2006/relationships/oleObject" Target="../embeddings/oleObject160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62.bin"/><Relationship Id="rId22" Type="http://schemas.openxmlformats.org/officeDocument/2006/relationships/oleObject" Target="../embeddings/oleObject168.bin"/><Relationship Id="rId27" Type="http://schemas.openxmlformats.org/officeDocument/2006/relationships/oleObject" Target="../embeddings/oleObject17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8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184.bin"/><Relationship Id="rId26" Type="http://schemas.openxmlformats.org/officeDocument/2006/relationships/oleObject" Target="../embeddings/oleObject190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186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80.bin"/><Relationship Id="rId17" Type="http://schemas.openxmlformats.org/officeDocument/2006/relationships/oleObject" Target="../embeddings/oleObject183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175.bin"/><Relationship Id="rId16" Type="http://schemas.openxmlformats.org/officeDocument/2006/relationships/oleObject" Target="../embeddings/oleObject182.bin"/><Relationship Id="rId20" Type="http://schemas.openxmlformats.org/officeDocument/2006/relationships/oleObject" Target="../embeddings/oleObject185.bin"/><Relationship Id="rId29" Type="http://schemas.openxmlformats.org/officeDocument/2006/relationships/oleObject" Target="../embeddings/oleObject19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7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89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188.bin"/><Relationship Id="rId28" Type="http://schemas.openxmlformats.org/officeDocument/2006/relationships/oleObject" Target="../embeddings/oleObject192.bin"/><Relationship Id="rId10" Type="http://schemas.openxmlformats.org/officeDocument/2006/relationships/oleObject" Target="../embeddings/oleObject179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76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181.bin"/><Relationship Id="rId22" Type="http://schemas.openxmlformats.org/officeDocument/2006/relationships/oleObject" Target="../embeddings/oleObject187.bin"/><Relationship Id="rId27" Type="http://schemas.openxmlformats.org/officeDocument/2006/relationships/oleObject" Target="../embeddings/oleObject19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203.bin"/><Relationship Id="rId26" Type="http://schemas.openxmlformats.org/officeDocument/2006/relationships/oleObject" Target="../embeddings/oleObject209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205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199.bin"/><Relationship Id="rId17" Type="http://schemas.openxmlformats.org/officeDocument/2006/relationships/oleObject" Target="../embeddings/oleObject202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194.bin"/><Relationship Id="rId16" Type="http://schemas.openxmlformats.org/officeDocument/2006/relationships/oleObject" Target="../embeddings/oleObject201.bin"/><Relationship Id="rId20" Type="http://schemas.openxmlformats.org/officeDocument/2006/relationships/oleObject" Target="../embeddings/oleObject204.bin"/><Relationship Id="rId29" Type="http://schemas.openxmlformats.org/officeDocument/2006/relationships/oleObject" Target="../embeddings/oleObject2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6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208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207.bin"/><Relationship Id="rId28" Type="http://schemas.openxmlformats.org/officeDocument/2006/relationships/oleObject" Target="../embeddings/oleObject211.bin"/><Relationship Id="rId10" Type="http://schemas.openxmlformats.org/officeDocument/2006/relationships/oleObject" Target="../embeddings/oleObject198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95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200.bin"/><Relationship Id="rId22" Type="http://schemas.openxmlformats.org/officeDocument/2006/relationships/oleObject" Target="../embeddings/oleObject206.bin"/><Relationship Id="rId27" Type="http://schemas.openxmlformats.org/officeDocument/2006/relationships/oleObject" Target="../embeddings/oleObject21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6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222.bin"/><Relationship Id="rId26" Type="http://schemas.openxmlformats.org/officeDocument/2006/relationships/oleObject" Target="../embeddings/oleObject228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224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218.bin"/><Relationship Id="rId17" Type="http://schemas.openxmlformats.org/officeDocument/2006/relationships/oleObject" Target="../embeddings/oleObject221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213.bin"/><Relationship Id="rId16" Type="http://schemas.openxmlformats.org/officeDocument/2006/relationships/oleObject" Target="../embeddings/oleObject220.bin"/><Relationship Id="rId20" Type="http://schemas.openxmlformats.org/officeDocument/2006/relationships/oleObject" Target="../embeddings/oleObject223.bin"/><Relationship Id="rId29" Type="http://schemas.openxmlformats.org/officeDocument/2006/relationships/oleObject" Target="../embeddings/oleObject2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5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227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226.bin"/><Relationship Id="rId28" Type="http://schemas.openxmlformats.org/officeDocument/2006/relationships/oleObject" Target="../embeddings/oleObject230.bin"/><Relationship Id="rId10" Type="http://schemas.openxmlformats.org/officeDocument/2006/relationships/oleObject" Target="../embeddings/oleObject217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14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219.bin"/><Relationship Id="rId22" Type="http://schemas.openxmlformats.org/officeDocument/2006/relationships/oleObject" Target="../embeddings/oleObject225.bin"/><Relationship Id="rId27" Type="http://schemas.openxmlformats.org/officeDocument/2006/relationships/oleObject" Target="../embeddings/oleObject22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5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241.bin"/><Relationship Id="rId26" Type="http://schemas.openxmlformats.org/officeDocument/2006/relationships/image" Target="../media/image2.wmf"/><Relationship Id="rId3" Type="http://schemas.openxmlformats.org/officeDocument/2006/relationships/image" Target="../media/image3.wmf"/><Relationship Id="rId21" Type="http://schemas.openxmlformats.org/officeDocument/2006/relationships/oleObject" Target="../embeddings/oleObject244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237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247.bin"/><Relationship Id="rId2" Type="http://schemas.openxmlformats.org/officeDocument/2006/relationships/oleObject" Target="../embeddings/oleObject232.bin"/><Relationship Id="rId16" Type="http://schemas.openxmlformats.org/officeDocument/2006/relationships/oleObject" Target="../embeddings/oleObject240.bin"/><Relationship Id="rId20" Type="http://schemas.openxmlformats.org/officeDocument/2006/relationships/oleObject" Target="../embeddings/oleObject24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34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246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239.bin"/><Relationship Id="rId23" Type="http://schemas.openxmlformats.org/officeDocument/2006/relationships/image" Target="../media/image10.wmf"/><Relationship Id="rId28" Type="http://schemas.openxmlformats.org/officeDocument/2006/relationships/image" Target="../media/image11.wmf"/><Relationship Id="rId10" Type="http://schemas.openxmlformats.org/officeDocument/2006/relationships/oleObject" Target="../embeddings/oleObject236.bin"/><Relationship Id="rId19" Type="http://schemas.openxmlformats.org/officeDocument/2006/relationships/oleObject" Target="../embeddings/oleObject242.bin"/><Relationship Id="rId4" Type="http://schemas.openxmlformats.org/officeDocument/2006/relationships/oleObject" Target="../embeddings/oleObject233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238.bin"/><Relationship Id="rId22" Type="http://schemas.openxmlformats.org/officeDocument/2006/relationships/oleObject" Target="../embeddings/oleObject245.bin"/><Relationship Id="rId27" Type="http://schemas.openxmlformats.org/officeDocument/2006/relationships/oleObject" Target="../embeddings/oleObject24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2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258.bin"/><Relationship Id="rId26" Type="http://schemas.openxmlformats.org/officeDocument/2006/relationships/image" Target="../media/image2.wmf"/><Relationship Id="rId3" Type="http://schemas.openxmlformats.org/officeDocument/2006/relationships/image" Target="../media/image3.wmf"/><Relationship Id="rId21" Type="http://schemas.openxmlformats.org/officeDocument/2006/relationships/oleObject" Target="../embeddings/oleObject261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254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264.bin"/><Relationship Id="rId2" Type="http://schemas.openxmlformats.org/officeDocument/2006/relationships/oleObject" Target="../embeddings/oleObject249.bin"/><Relationship Id="rId16" Type="http://schemas.openxmlformats.org/officeDocument/2006/relationships/oleObject" Target="../embeddings/oleObject257.bin"/><Relationship Id="rId20" Type="http://schemas.openxmlformats.org/officeDocument/2006/relationships/oleObject" Target="../embeddings/oleObject26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263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256.bin"/><Relationship Id="rId23" Type="http://schemas.openxmlformats.org/officeDocument/2006/relationships/image" Target="../media/image10.wmf"/><Relationship Id="rId28" Type="http://schemas.openxmlformats.org/officeDocument/2006/relationships/image" Target="../media/image11.wmf"/><Relationship Id="rId10" Type="http://schemas.openxmlformats.org/officeDocument/2006/relationships/oleObject" Target="../embeddings/oleObject253.bin"/><Relationship Id="rId19" Type="http://schemas.openxmlformats.org/officeDocument/2006/relationships/oleObject" Target="../embeddings/oleObject259.bin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255.bin"/><Relationship Id="rId22" Type="http://schemas.openxmlformats.org/officeDocument/2006/relationships/oleObject" Target="../embeddings/oleObject262.bin"/><Relationship Id="rId27" Type="http://schemas.openxmlformats.org/officeDocument/2006/relationships/oleObject" Target="../embeddings/oleObject26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9.bin"/><Relationship Id="rId13" Type="http://schemas.openxmlformats.org/officeDocument/2006/relationships/oleObject" Target="../embeddings/oleObject27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275.bin"/><Relationship Id="rId2" Type="http://schemas.openxmlformats.org/officeDocument/2006/relationships/oleObject" Target="../embeddings/oleObject266.bin"/><Relationship Id="rId16" Type="http://schemas.openxmlformats.org/officeDocument/2006/relationships/oleObject" Target="../embeddings/oleObject27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68.bin"/><Relationship Id="rId11" Type="http://schemas.openxmlformats.org/officeDocument/2006/relationships/oleObject" Target="../embeddings/oleObject27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27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267.bin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9.bin"/><Relationship Id="rId13" Type="http://schemas.openxmlformats.org/officeDocument/2006/relationships/oleObject" Target="../embeddings/oleObject28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285.bin"/><Relationship Id="rId2" Type="http://schemas.openxmlformats.org/officeDocument/2006/relationships/oleObject" Target="../embeddings/oleObject276.bin"/><Relationship Id="rId16" Type="http://schemas.openxmlformats.org/officeDocument/2006/relationships/oleObject" Target="../embeddings/oleObject2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8.bin"/><Relationship Id="rId11" Type="http://schemas.openxmlformats.org/officeDocument/2006/relationships/oleObject" Target="../embeddings/oleObject28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28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277.bin"/><Relationship Id="rId9" Type="http://schemas.openxmlformats.org/officeDocument/2006/relationships/oleObject" Target="../embeddings/oleObject280.bin"/><Relationship Id="rId14" Type="http://schemas.openxmlformats.org/officeDocument/2006/relationships/image" Target="../media/image4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9.bin"/><Relationship Id="rId13" Type="http://schemas.openxmlformats.org/officeDocument/2006/relationships/oleObject" Target="../embeddings/oleObject29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295.bin"/><Relationship Id="rId2" Type="http://schemas.openxmlformats.org/officeDocument/2006/relationships/oleObject" Target="../embeddings/oleObject286.bin"/><Relationship Id="rId16" Type="http://schemas.openxmlformats.org/officeDocument/2006/relationships/oleObject" Target="../embeddings/oleObject29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8.bin"/><Relationship Id="rId11" Type="http://schemas.openxmlformats.org/officeDocument/2006/relationships/oleObject" Target="../embeddings/oleObject29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29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287.bin"/><Relationship Id="rId9" Type="http://schemas.openxmlformats.org/officeDocument/2006/relationships/oleObject" Target="../embeddings/oleObject290.bin"/><Relationship Id="rId14" Type="http://schemas.openxmlformats.org/officeDocument/2006/relationships/image" Target="../media/image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9.bin"/><Relationship Id="rId13" Type="http://schemas.openxmlformats.org/officeDocument/2006/relationships/oleObject" Target="../embeddings/oleObject30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305.bin"/><Relationship Id="rId2" Type="http://schemas.openxmlformats.org/officeDocument/2006/relationships/oleObject" Target="../embeddings/oleObject296.bin"/><Relationship Id="rId16" Type="http://schemas.openxmlformats.org/officeDocument/2006/relationships/oleObject" Target="../embeddings/oleObject30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8.bin"/><Relationship Id="rId11" Type="http://schemas.openxmlformats.org/officeDocument/2006/relationships/oleObject" Target="../embeddings/oleObject30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30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297.bin"/><Relationship Id="rId9" Type="http://schemas.openxmlformats.org/officeDocument/2006/relationships/oleObject" Target="../embeddings/oleObject300.bin"/><Relationship Id="rId14" Type="http://schemas.openxmlformats.org/officeDocument/2006/relationships/image" Target="../media/image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9.bin"/><Relationship Id="rId13" Type="http://schemas.openxmlformats.org/officeDocument/2006/relationships/oleObject" Target="../embeddings/oleObject31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315.bin"/><Relationship Id="rId2" Type="http://schemas.openxmlformats.org/officeDocument/2006/relationships/oleObject" Target="../embeddings/oleObject306.bin"/><Relationship Id="rId16" Type="http://schemas.openxmlformats.org/officeDocument/2006/relationships/oleObject" Target="../embeddings/oleObject31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08.bin"/><Relationship Id="rId11" Type="http://schemas.openxmlformats.org/officeDocument/2006/relationships/oleObject" Target="../embeddings/oleObject31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31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307.bin"/><Relationship Id="rId9" Type="http://schemas.openxmlformats.org/officeDocument/2006/relationships/oleObject" Target="../embeddings/oleObject310.bin"/><Relationship Id="rId14" Type="http://schemas.openxmlformats.org/officeDocument/2006/relationships/image" Target="../media/image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9.bin"/><Relationship Id="rId13" Type="http://schemas.openxmlformats.org/officeDocument/2006/relationships/oleObject" Target="../embeddings/oleObject32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325.bin"/><Relationship Id="rId2" Type="http://schemas.openxmlformats.org/officeDocument/2006/relationships/oleObject" Target="../embeddings/oleObject316.bin"/><Relationship Id="rId16" Type="http://schemas.openxmlformats.org/officeDocument/2006/relationships/oleObject" Target="../embeddings/oleObject32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8.bin"/><Relationship Id="rId11" Type="http://schemas.openxmlformats.org/officeDocument/2006/relationships/oleObject" Target="../embeddings/oleObject32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32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317.bin"/><Relationship Id="rId9" Type="http://schemas.openxmlformats.org/officeDocument/2006/relationships/oleObject" Target="../embeddings/oleObject320.bin"/><Relationship Id="rId14" Type="http://schemas.openxmlformats.org/officeDocument/2006/relationships/image" Target="../media/image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9.bin"/><Relationship Id="rId13" Type="http://schemas.openxmlformats.org/officeDocument/2006/relationships/oleObject" Target="../embeddings/oleObject33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335.bin"/><Relationship Id="rId2" Type="http://schemas.openxmlformats.org/officeDocument/2006/relationships/oleObject" Target="../embeddings/oleObject326.bin"/><Relationship Id="rId16" Type="http://schemas.openxmlformats.org/officeDocument/2006/relationships/oleObject" Target="../embeddings/oleObject3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8.bin"/><Relationship Id="rId11" Type="http://schemas.openxmlformats.org/officeDocument/2006/relationships/oleObject" Target="../embeddings/oleObject33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33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327.bin"/><Relationship Id="rId9" Type="http://schemas.openxmlformats.org/officeDocument/2006/relationships/oleObject" Target="../embeddings/oleObject330.bin"/><Relationship Id="rId14" Type="http://schemas.openxmlformats.org/officeDocument/2006/relationships/image" Target="../media/image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9.bin"/><Relationship Id="rId13" Type="http://schemas.openxmlformats.org/officeDocument/2006/relationships/oleObject" Target="../embeddings/oleObject34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345.bin"/><Relationship Id="rId2" Type="http://schemas.openxmlformats.org/officeDocument/2006/relationships/oleObject" Target="../embeddings/oleObject336.bin"/><Relationship Id="rId16" Type="http://schemas.openxmlformats.org/officeDocument/2006/relationships/oleObject" Target="../embeddings/oleObject34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8.bin"/><Relationship Id="rId11" Type="http://schemas.openxmlformats.org/officeDocument/2006/relationships/oleObject" Target="../embeddings/oleObject34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34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337.bin"/><Relationship Id="rId9" Type="http://schemas.openxmlformats.org/officeDocument/2006/relationships/oleObject" Target="../embeddings/oleObject340.bin"/><Relationship Id="rId14" Type="http://schemas.openxmlformats.org/officeDocument/2006/relationships/image" Target="../media/image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9.bin"/><Relationship Id="rId13" Type="http://schemas.openxmlformats.org/officeDocument/2006/relationships/oleObject" Target="../embeddings/oleObject35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355.bin"/><Relationship Id="rId2" Type="http://schemas.openxmlformats.org/officeDocument/2006/relationships/oleObject" Target="../embeddings/oleObject346.bin"/><Relationship Id="rId16" Type="http://schemas.openxmlformats.org/officeDocument/2006/relationships/oleObject" Target="../embeddings/oleObject3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48.bin"/><Relationship Id="rId11" Type="http://schemas.openxmlformats.org/officeDocument/2006/relationships/oleObject" Target="../embeddings/oleObject35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35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347.bin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9.bin"/><Relationship Id="rId13" Type="http://schemas.openxmlformats.org/officeDocument/2006/relationships/oleObject" Target="../embeddings/oleObject36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17" Type="http://schemas.openxmlformats.org/officeDocument/2006/relationships/oleObject" Target="../embeddings/oleObject365.bin"/><Relationship Id="rId2" Type="http://schemas.openxmlformats.org/officeDocument/2006/relationships/oleObject" Target="../embeddings/oleObject356.bin"/><Relationship Id="rId16" Type="http://schemas.openxmlformats.org/officeDocument/2006/relationships/oleObject" Target="../embeddings/oleObject36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58.bin"/><Relationship Id="rId11" Type="http://schemas.openxmlformats.org/officeDocument/2006/relationships/oleObject" Target="../embeddings/oleObject36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36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357.bin"/><Relationship Id="rId9" Type="http://schemas.openxmlformats.org/officeDocument/2006/relationships/oleObject" Target="../embeddings/oleObject360.bin"/><Relationship Id="rId14" Type="http://schemas.openxmlformats.org/officeDocument/2006/relationships/image" Target="../media/image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9.bin"/><Relationship Id="rId3" Type="http://schemas.openxmlformats.org/officeDocument/2006/relationships/image" Target="../media/image12.w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3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68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36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3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379.bin"/><Relationship Id="rId26" Type="http://schemas.openxmlformats.org/officeDocument/2006/relationships/oleObject" Target="../embeddings/oleObject385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381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375.bin"/><Relationship Id="rId17" Type="http://schemas.openxmlformats.org/officeDocument/2006/relationships/oleObject" Target="../embeddings/oleObject378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370.bin"/><Relationship Id="rId16" Type="http://schemas.openxmlformats.org/officeDocument/2006/relationships/oleObject" Target="../embeddings/oleObject377.bin"/><Relationship Id="rId20" Type="http://schemas.openxmlformats.org/officeDocument/2006/relationships/oleObject" Target="../embeddings/oleObject380.bin"/><Relationship Id="rId29" Type="http://schemas.openxmlformats.org/officeDocument/2006/relationships/oleObject" Target="../embeddings/oleObject3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2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384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383.bin"/><Relationship Id="rId28" Type="http://schemas.openxmlformats.org/officeDocument/2006/relationships/image" Target="../media/image15.wmf"/><Relationship Id="rId10" Type="http://schemas.openxmlformats.org/officeDocument/2006/relationships/oleObject" Target="../embeddings/oleObject374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371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376.bin"/><Relationship Id="rId22" Type="http://schemas.openxmlformats.org/officeDocument/2006/relationships/oleObject" Target="../embeddings/oleObject382.bin"/><Relationship Id="rId27" Type="http://schemas.openxmlformats.org/officeDocument/2006/relationships/oleObject" Target="../embeddings/oleObject386.bin"/><Relationship Id="rId30" Type="http://schemas.openxmlformats.org/officeDocument/2006/relationships/image" Target="../media/image1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1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397.bin"/><Relationship Id="rId26" Type="http://schemas.openxmlformats.org/officeDocument/2006/relationships/oleObject" Target="../embeddings/oleObject403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399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393.bin"/><Relationship Id="rId17" Type="http://schemas.openxmlformats.org/officeDocument/2006/relationships/oleObject" Target="../embeddings/oleObject396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388.bin"/><Relationship Id="rId16" Type="http://schemas.openxmlformats.org/officeDocument/2006/relationships/oleObject" Target="../embeddings/oleObject395.bin"/><Relationship Id="rId20" Type="http://schemas.openxmlformats.org/officeDocument/2006/relationships/oleObject" Target="../embeddings/oleObject398.bin"/><Relationship Id="rId29" Type="http://schemas.openxmlformats.org/officeDocument/2006/relationships/oleObject" Target="../embeddings/oleObject40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0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402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401.bin"/><Relationship Id="rId28" Type="http://schemas.openxmlformats.org/officeDocument/2006/relationships/image" Target="../media/image16.wmf"/><Relationship Id="rId10" Type="http://schemas.openxmlformats.org/officeDocument/2006/relationships/oleObject" Target="../embeddings/oleObject392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389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394.bin"/><Relationship Id="rId22" Type="http://schemas.openxmlformats.org/officeDocument/2006/relationships/oleObject" Target="../embeddings/oleObject400.bin"/><Relationship Id="rId27" Type="http://schemas.openxmlformats.org/officeDocument/2006/relationships/oleObject" Target="../embeddings/oleObject404.bin"/><Relationship Id="rId30" Type="http://schemas.openxmlformats.org/officeDocument/2006/relationships/image" Target="../media/image17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9.bin"/><Relationship Id="rId13" Type="http://schemas.openxmlformats.org/officeDocument/2006/relationships/oleObject" Target="../embeddings/oleObject412.bin"/><Relationship Id="rId3" Type="http://schemas.openxmlformats.org/officeDocument/2006/relationships/image" Target="../media/image7.wmf"/><Relationship Id="rId7" Type="http://schemas.openxmlformats.org/officeDocument/2006/relationships/image" Target="../media/image10.wmf"/><Relationship Id="rId12" Type="http://schemas.openxmlformats.org/officeDocument/2006/relationships/image" Target="../media/image3.wmf"/><Relationship Id="rId2" Type="http://schemas.openxmlformats.org/officeDocument/2006/relationships/oleObject" Target="../embeddings/oleObject406.bin"/><Relationship Id="rId16" Type="http://schemas.openxmlformats.org/officeDocument/2006/relationships/image" Target="../media/image1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8.bin"/><Relationship Id="rId11" Type="http://schemas.openxmlformats.org/officeDocument/2006/relationships/oleObject" Target="../embeddings/oleObject411.bin"/><Relationship Id="rId5" Type="http://schemas.openxmlformats.org/officeDocument/2006/relationships/image" Target="../media/image8.wmf"/><Relationship Id="rId15" Type="http://schemas.openxmlformats.org/officeDocument/2006/relationships/oleObject" Target="../embeddings/oleObject413.bin"/><Relationship Id="rId10" Type="http://schemas.openxmlformats.org/officeDocument/2006/relationships/image" Target="../media/image2.wmf"/><Relationship Id="rId4" Type="http://schemas.openxmlformats.org/officeDocument/2006/relationships/oleObject" Target="../embeddings/oleObject407.bin"/><Relationship Id="rId9" Type="http://schemas.openxmlformats.org/officeDocument/2006/relationships/oleObject" Target="../embeddings/oleObject410.bin"/><Relationship Id="rId14" Type="http://schemas.openxmlformats.org/officeDocument/2006/relationships/image" Target="../media/image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7.bin"/><Relationship Id="rId13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419.bin"/><Relationship Id="rId2" Type="http://schemas.openxmlformats.org/officeDocument/2006/relationships/oleObject" Target="../embeddings/oleObject4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6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418.bin"/><Relationship Id="rId4" Type="http://schemas.openxmlformats.org/officeDocument/2006/relationships/oleObject" Target="../embeddings/oleObject415.bin"/><Relationship Id="rId9" Type="http://schemas.openxmlformats.org/officeDocument/2006/relationships/image" Target="../media/image22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428.bin"/><Relationship Id="rId26" Type="http://schemas.openxmlformats.org/officeDocument/2006/relationships/oleObject" Target="../embeddings/oleObject435.bin"/><Relationship Id="rId3" Type="http://schemas.openxmlformats.org/officeDocument/2006/relationships/image" Target="../media/image21.wmf"/><Relationship Id="rId21" Type="http://schemas.openxmlformats.org/officeDocument/2006/relationships/image" Target="../media/image9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425.bin"/><Relationship Id="rId17" Type="http://schemas.openxmlformats.org/officeDocument/2006/relationships/image" Target="../media/image8.wmf"/><Relationship Id="rId25" Type="http://schemas.openxmlformats.org/officeDocument/2006/relationships/oleObject" Target="../embeddings/oleObject434.bin"/><Relationship Id="rId2" Type="http://schemas.openxmlformats.org/officeDocument/2006/relationships/oleObject" Target="../embeddings/oleObject420.bin"/><Relationship Id="rId16" Type="http://schemas.openxmlformats.org/officeDocument/2006/relationships/oleObject" Target="../embeddings/oleObject427.bin"/><Relationship Id="rId20" Type="http://schemas.openxmlformats.org/officeDocument/2006/relationships/oleObject" Target="../embeddings/oleObject430.bin"/><Relationship Id="rId29" Type="http://schemas.openxmlformats.org/officeDocument/2006/relationships/image" Target="../media/image2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2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433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oleObject" Target="../embeddings/oleObject432.bin"/><Relationship Id="rId28" Type="http://schemas.openxmlformats.org/officeDocument/2006/relationships/oleObject" Target="../embeddings/oleObject436.bin"/><Relationship Id="rId10" Type="http://schemas.openxmlformats.org/officeDocument/2006/relationships/oleObject" Target="../embeddings/oleObject424.bin"/><Relationship Id="rId19" Type="http://schemas.openxmlformats.org/officeDocument/2006/relationships/oleObject" Target="../embeddings/oleObject429.bin"/><Relationship Id="rId4" Type="http://schemas.openxmlformats.org/officeDocument/2006/relationships/oleObject" Target="../embeddings/oleObject42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426.bin"/><Relationship Id="rId22" Type="http://schemas.openxmlformats.org/officeDocument/2006/relationships/oleObject" Target="../embeddings/oleObject431.bin"/><Relationship Id="rId27" Type="http://schemas.openxmlformats.org/officeDocument/2006/relationships/image" Target="../media/image10.wmf"/><Relationship Id="rId30" Type="http://schemas.openxmlformats.org/officeDocument/2006/relationships/oleObject" Target="../embeddings/oleObject437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1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446.bin"/><Relationship Id="rId26" Type="http://schemas.openxmlformats.org/officeDocument/2006/relationships/oleObject" Target="../embeddings/oleObject453.bin"/><Relationship Id="rId3" Type="http://schemas.openxmlformats.org/officeDocument/2006/relationships/image" Target="../media/image20.wmf"/><Relationship Id="rId21" Type="http://schemas.openxmlformats.org/officeDocument/2006/relationships/image" Target="../media/image9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443.bin"/><Relationship Id="rId17" Type="http://schemas.openxmlformats.org/officeDocument/2006/relationships/image" Target="../media/image8.wmf"/><Relationship Id="rId25" Type="http://schemas.openxmlformats.org/officeDocument/2006/relationships/oleObject" Target="../embeddings/oleObject452.bin"/><Relationship Id="rId2" Type="http://schemas.openxmlformats.org/officeDocument/2006/relationships/oleObject" Target="../embeddings/oleObject438.bin"/><Relationship Id="rId16" Type="http://schemas.openxmlformats.org/officeDocument/2006/relationships/oleObject" Target="../embeddings/oleObject445.bin"/><Relationship Id="rId20" Type="http://schemas.openxmlformats.org/officeDocument/2006/relationships/oleObject" Target="../embeddings/oleObject448.bin"/><Relationship Id="rId29" Type="http://schemas.openxmlformats.org/officeDocument/2006/relationships/image" Target="../media/image2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40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451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oleObject" Target="../embeddings/oleObject450.bin"/><Relationship Id="rId28" Type="http://schemas.openxmlformats.org/officeDocument/2006/relationships/oleObject" Target="../embeddings/oleObject454.bin"/><Relationship Id="rId10" Type="http://schemas.openxmlformats.org/officeDocument/2006/relationships/oleObject" Target="../embeddings/oleObject442.bin"/><Relationship Id="rId19" Type="http://schemas.openxmlformats.org/officeDocument/2006/relationships/oleObject" Target="../embeddings/oleObject447.bin"/><Relationship Id="rId4" Type="http://schemas.openxmlformats.org/officeDocument/2006/relationships/oleObject" Target="../embeddings/oleObject439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444.bin"/><Relationship Id="rId22" Type="http://schemas.openxmlformats.org/officeDocument/2006/relationships/oleObject" Target="../embeddings/oleObject449.bin"/><Relationship Id="rId27" Type="http://schemas.openxmlformats.org/officeDocument/2006/relationships/image" Target="../media/image10.wmf"/><Relationship Id="rId30" Type="http://schemas.openxmlformats.org/officeDocument/2006/relationships/oleObject" Target="../embeddings/oleObject455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9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465.bin"/><Relationship Id="rId26" Type="http://schemas.openxmlformats.org/officeDocument/2006/relationships/oleObject" Target="../embeddings/oleObject471.bin"/><Relationship Id="rId3" Type="http://schemas.openxmlformats.org/officeDocument/2006/relationships/image" Target="../media/image23.wmf"/><Relationship Id="rId21" Type="http://schemas.openxmlformats.org/officeDocument/2006/relationships/oleObject" Target="../embeddings/oleObject467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461.bin"/><Relationship Id="rId17" Type="http://schemas.openxmlformats.org/officeDocument/2006/relationships/oleObject" Target="../embeddings/oleObject464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456.bin"/><Relationship Id="rId16" Type="http://schemas.openxmlformats.org/officeDocument/2006/relationships/oleObject" Target="../embeddings/oleObject463.bin"/><Relationship Id="rId20" Type="http://schemas.openxmlformats.org/officeDocument/2006/relationships/oleObject" Target="../embeddings/oleObject4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58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470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469.bin"/><Relationship Id="rId28" Type="http://schemas.openxmlformats.org/officeDocument/2006/relationships/image" Target="../media/image2.wmf"/><Relationship Id="rId10" Type="http://schemas.openxmlformats.org/officeDocument/2006/relationships/oleObject" Target="../embeddings/oleObject460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457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462.bin"/><Relationship Id="rId22" Type="http://schemas.openxmlformats.org/officeDocument/2006/relationships/oleObject" Target="../embeddings/oleObject468.bin"/><Relationship Id="rId27" Type="http://schemas.openxmlformats.org/officeDocument/2006/relationships/oleObject" Target="../embeddings/oleObject47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6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482.bin"/><Relationship Id="rId26" Type="http://schemas.openxmlformats.org/officeDocument/2006/relationships/oleObject" Target="../embeddings/oleObject488.bin"/><Relationship Id="rId3" Type="http://schemas.openxmlformats.org/officeDocument/2006/relationships/image" Target="../media/image24.wmf"/><Relationship Id="rId21" Type="http://schemas.openxmlformats.org/officeDocument/2006/relationships/oleObject" Target="../embeddings/oleObject484.bin"/><Relationship Id="rId7" Type="http://schemas.openxmlformats.org/officeDocument/2006/relationships/image" Target="../media/image3.wmf"/><Relationship Id="rId12" Type="http://schemas.openxmlformats.org/officeDocument/2006/relationships/oleObject" Target="../embeddings/oleObject478.bin"/><Relationship Id="rId17" Type="http://schemas.openxmlformats.org/officeDocument/2006/relationships/oleObject" Target="../embeddings/oleObject481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473.bin"/><Relationship Id="rId16" Type="http://schemas.openxmlformats.org/officeDocument/2006/relationships/oleObject" Target="../embeddings/oleObject480.bin"/><Relationship Id="rId20" Type="http://schemas.openxmlformats.org/officeDocument/2006/relationships/oleObject" Target="../embeddings/oleObject483.bin"/><Relationship Id="rId29" Type="http://schemas.openxmlformats.org/officeDocument/2006/relationships/oleObject" Target="../embeddings/oleObject4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5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487.bin"/><Relationship Id="rId5" Type="http://schemas.openxmlformats.org/officeDocument/2006/relationships/image" Target="../media/image2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486.bin"/><Relationship Id="rId28" Type="http://schemas.openxmlformats.org/officeDocument/2006/relationships/oleObject" Target="../embeddings/oleObject489.bin"/><Relationship Id="rId10" Type="http://schemas.openxmlformats.org/officeDocument/2006/relationships/oleObject" Target="../embeddings/oleObject477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474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479.bin"/><Relationship Id="rId22" Type="http://schemas.openxmlformats.org/officeDocument/2006/relationships/oleObject" Target="../embeddings/oleObject485.bin"/><Relationship Id="rId27" Type="http://schemas.openxmlformats.org/officeDocument/2006/relationships/image" Target="../media/image27.wmf"/><Relationship Id="rId30" Type="http://schemas.openxmlformats.org/officeDocument/2006/relationships/image" Target="../media/image6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499.bin"/><Relationship Id="rId26" Type="http://schemas.openxmlformats.org/officeDocument/2006/relationships/oleObject" Target="../embeddings/oleObject506.bin"/><Relationship Id="rId3" Type="http://schemas.openxmlformats.org/officeDocument/2006/relationships/image" Target="../media/image22.wmf"/><Relationship Id="rId21" Type="http://schemas.openxmlformats.org/officeDocument/2006/relationships/image" Target="../media/image9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496.bin"/><Relationship Id="rId17" Type="http://schemas.openxmlformats.org/officeDocument/2006/relationships/image" Target="../media/image8.wmf"/><Relationship Id="rId25" Type="http://schemas.openxmlformats.org/officeDocument/2006/relationships/oleObject" Target="../embeddings/oleObject505.bin"/><Relationship Id="rId2" Type="http://schemas.openxmlformats.org/officeDocument/2006/relationships/oleObject" Target="../embeddings/oleObject491.bin"/><Relationship Id="rId16" Type="http://schemas.openxmlformats.org/officeDocument/2006/relationships/oleObject" Target="../embeddings/oleObject498.bin"/><Relationship Id="rId20" Type="http://schemas.openxmlformats.org/officeDocument/2006/relationships/oleObject" Target="../embeddings/oleObject501.bin"/><Relationship Id="rId29" Type="http://schemas.openxmlformats.org/officeDocument/2006/relationships/image" Target="../media/image2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504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oleObject" Target="../embeddings/oleObject503.bin"/><Relationship Id="rId28" Type="http://schemas.openxmlformats.org/officeDocument/2006/relationships/oleObject" Target="../embeddings/oleObject507.bin"/><Relationship Id="rId10" Type="http://schemas.openxmlformats.org/officeDocument/2006/relationships/oleObject" Target="../embeddings/oleObject495.bin"/><Relationship Id="rId19" Type="http://schemas.openxmlformats.org/officeDocument/2006/relationships/oleObject" Target="../embeddings/oleObject500.bin"/><Relationship Id="rId4" Type="http://schemas.openxmlformats.org/officeDocument/2006/relationships/oleObject" Target="../embeddings/oleObject49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497.bin"/><Relationship Id="rId22" Type="http://schemas.openxmlformats.org/officeDocument/2006/relationships/oleObject" Target="../embeddings/oleObject502.bin"/><Relationship Id="rId27" Type="http://schemas.openxmlformats.org/officeDocument/2006/relationships/image" Target="../media/image10.wmf"/><Relationship Id="rId30" Type="http://schemas.openxmlformats.org/officeDocument/2006/relationships/oleObject" Target="../embeddings/oleObject50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2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518.bin"/><Relationship Id="rId26" Type="http://schemas.openxmlformats.org/officeDocument/2006/relationships/image" Target="../media/image2.wmf"/><Relationship Id="rId3" Type="http://schemas.openxmlformats.org/officeDocument/2006/relationships/image" Target="../media/image29.wmf"/><Relationship Id="rId21" Type="http://schemas.openxmlformats.org/officeDocument/2006/relationships/oleObject" Target="../embeddings/oleObject521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14.bin"/><Relationship Id="rId17" Type="http://schemas.openxmlformats.org/officeDocument/2006/relationships/image" Target="../media/image9.wmf"/><Relationship Id="rId25" Type="http://schemas.openxmlformats.org/officeDocument/2006/relationships/oleObject" Target="../embeddings/oleObject524.bin"/><Relationship Id="rId2" Type="http://schemas.openxmlformats.org/officeDocument/2006/relationships/oleObject" Target="../embeddings/oleObject509.bin"/><Relationship Id="rId16" Type="http://schemas.openxmlformats.org/officeDocument/2006/relationships/oleObject" Target="../embeddings/oleObject517.bin"/><Relationship Id="rId20" Type="http://schemas.openxmlformats.org/officeDocument/2006/relationships/oleObject" Target="../embeddings/oleObject5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1.bin"/><Relationship Id="rId11" Type="http://schemas.openxmlformats.org/officeDocument/2006/relationships/image" Target="../media/image7.wmf"/><Relationship Id="rId24" Type="http://schemas.openxmlformats.org/officeDocument/2006/relationships/oleObject" Target="../embeddings/oleObject523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516.bin"/><Relationship Id="rId23" Type="http://schemas.openxmlformats.org/officeDocument/2006/relationships/image" Target="../media/image10.wmf"/><Relationship Id="rId28" Type="http://schemas.openxmlformats.org/officeDocument/2006/relationships/image" Target="../media/image3.wmf"/><Relationship Id="rId10" Type="http://schemas.openxmlformats.org/officeDocument/2006/relationships/oleObject" Target="../embeddings/oleObject513.bin"/><Relationship Id="rId19" Type="http://schemas.openxmlformats.org/officeDocument/2006/relationships/oleObject" Target="../embeddings/oleObject519.bin"/><Relationship Id="rId4" Type="http://schemas.openxmlformats.org/officeDocument/2006/relationships/oleObject" Target="../embeddings/oleObject510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515.bin"/><Relationship Id="rId22" Type="http://schemas.openxmlformats.org/officeDocument/2006/relationships/oleObject" Target="../embeddings/oleObject522.bin"/><Relationship Id="rId27" Type="http://schemas.openxmlformats.org/officeDocument/2006/relationships/oleObject" Target="../embeddings/oleObject525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9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535.bin"/><Relationship Id="rId26" Type="http://schemas.openxmlformats.org/officeDocument/2006/relationships/oleObject" Target="../embeddings/oleObject541.bin"/><Relationship Id="rId3" Type="http://schemas.openxmlformats.org/officeDocument/2006/relationships/image" Target="../media/image30.wmf"/><Relationship Id="rId21" Type="http://schemas.openxmlformats.org/officeDocument/2006/relationships/oleObject" Target="../embeddings/oleObject537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31.bin"/><Relationship Id="rId17" Type="http://schemas.openxmlformats.org/officeDocument/2006/relationships/oleObject" Target="../embeddings/oleObject534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526.bin"/><Relationship Id="rId16" Type="http://schemas.openxmlformats.org/officeDocument/2006/relationships/oleObject" Target="../embeddings/oleObject533.bin"/><Relationship Id="rId20" Type="http://schemas.openxmlformats.org/officeDocument/2006/relationships/oleObject" Target="../embeddings/oleObject53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8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540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539.bin"/><Relationship Id="rId28" Type="http://schemas.openxmlformats.org/officeDocument/2006/relationships/image" Target="../media/image2.wmf"/><Relationship Id="rId10" Type="http://schemas.openxmlformats.org/officeDocument/2006/relationships/oleObject" Target="../embeddings/oleObject530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527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532.bin"/><Relationship Id="rId22" Type="http://schemas.openxmlformats.org/officeDocument/2006/relationships/oleObject" Target="../embeddings/oleObject538.bin"/><Relationship Id="rId27" Type="http://schemas.openxmlformats.org/officeDocument/2006/relationships/oleObject" Target="../embeddings/oleObject542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6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552.bin"/><Relationship Id="rId26" Type="http://schemas.openxmlformats.org/officeDocument/2006/relationships/oleObject" Target="../embeddings/oleObject558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554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548.bin"/><Relationship Id="rId17" Type="http://schemas.openxmlformats.org/officeDocument/2006/relationships/oleObject" Target="../embeddings/oleObject551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543.bin"/><Relationship Id="rId16" Type="http://schemas.openxmlformats.org/officeDocument/2006/relationships/oleObject" Target="../embeddings/oleObject550.bin"/><Relationship Id="rId20" Type="http://schemas.openxmlformats.org/officeDocument/2006/relationships/oleObject" Target="../embeddings/oleObject55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5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557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556.bin"/><Relationship Id="rId28" Type="http://schemas.openxmlformats.org/officeDocument/2006/relationships/image" Target="../media/image31.wmf"/><Relationship Id="rId10" Type="http://schemas.openxmlformats.org/officeDocument/2006/relationships/oleObject" Target="../embeddings/oleObject547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544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549.bin"/><Relationship Id="rId22" Type="http://schemas.openxmlformats.org/officeDocument/2006/relationships/oleObject" Target="../embeddings/oleObject555.bin"/><Relationship Id="rId27" Type="http://schemas.openxmlformats.org/officeDocument/2006/relationships/oleObject" Target="../embeddings/oleObject559.bin"/></Relationships>
</file>

<file path=ppt/slides/_rels/slide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568.bin"/><Relationship Id="rId26" Type="http://schemas.openxmlformats.org/officeDocument/2006/relationships/oleObject" Target="../embeddings/oleObject575.bin"/><Relationship Id="rId39" Type="http://schemas.openxmlformats.org/officeDocument/2006/relationships/oleObject" Target="../embeddings/oleObject583.bin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581.bin"/><Relationship Id="rId42" Type="http://schemas.openxmlformats.org/officeDocument/2006/relationships/oleObject" Target="../embeddings/oleObject586.bin"/><Relationship Id="rId47" Type="http://schemas.openxmlformats.org/officeDocument/2006/relationships/oleObject" Target="../embeddings/oleObject590.bin"/><Relationship Id="rId50" Type="http://schemas.openxmlformats.org/officeDocument/2006/relationships/oleObject" Target="../embeddings/oleObject593.bin"/><Relationship Id="rId7" Type="http://schemas.openxmlformats.org/officeDocument/2006/relationships/image" Target="../media/image3.wmf"/><Relationship Id="rId2" Type="http://schemas.openxmlformats.org/officeDocument/2006/relationships/oleObject" Target="../embeddings/oleObject560.bin"/><Relationship Id="rId16" Type="http://schemas.openxmlformats.org/officeDocument/2006/relationships/oleObject" Target="../embeddings/oleObject567.bin"/><Relationship Id="rId29" Type="http://schemas.openxmlformats.org/officeDocument/2006/relationships/image" Target="../media/image32.wmf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573.bin"/><Relationship Id="rId32" Type="http://schemas.openxmlformats.org/officeDocument/2006/relationships/oleObject" Target="../embeddings/oleObject579.bin"/><Relationship Id="rId37" Type="http://schemas.openxmlformats.org/officeDocument/2006/relationships/image" Target="../media/image33.png"/><Relationship Id="rId40" Type="http://schemas.openxmlformats.org/officeDocument/2006/relationships/oleObject" Target="../embeddings/oleObject584.bin"/><Relationship Id="rId45" Type="http://schemas.openxmlformats.org/officeDocument/2006/relationships/oleObject" Target="../embeddings/oleObject588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oleObject" Target="../embeddings/oleObject572.bin"/><Relationship Id="rId28" Type="http://schemas.openxmlformats.org/officeDocument/2006/relationships/oleObject" Target="../embeddings/oleObject576.bin"/><Relationship Id="rId49" Type="http://schemas.openxmlformats.org/officeDocument/2006/relationships/oleObject" Target="../embeddings/oleObject592.bin"/><Relationship Id="rId10" Type="http://schemas.openxmlformats.org/officeDocument/2006/relationships/oleObject" Target="../embeddings/oleObject564.bin"/><Relationship Id="rId19" Type="http://schemas.openxmlformats.org/officeDocument/2006/relationships/oleObject" Target="../embeddings/oleObject569.bin"/><Relationship Id="rId31" Type="http://schemas.openxmlformats.org/officeDocument/2006/relationships/oleObject" Target="../embeddings/oleObject578.bin"/><Relationship Id="rId44" Type="http://schemas.openxmlformats.org/officeDocument/2006/relationships/image" Target="../media/image33.wmf"/><Relationship Id="rId52" Type="http://schemas.openxmlformats.org/officeDocument/2006/relationships/oleObject" Target="../embeddings/oleObject595.bin"/><Relationship Id="rId4" Type="http://schemas.openxmlformats.org/officeDocument/2006/relationships/oleObject" Target="../embeddings/oleObject56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566.bin"/><Relationship Id="rId22" Type="http://schemas.openxmlformats.org/officeDocument/2006/relationships/oleObject" Target="../embeddings/oleObject571.bin"/><Relationship Id="rId27" Type="http://schemas.openxmlformats.org/officeDocument/2006/relationships/image" Target="../media/image10.wmf"/><Relationship Id="rId30" Type="http://schemas.openxmlformats.org/officeDocument/2006/relationships/oleObject" Target="../embeddings/oleObject577.bin"/><Relationship Id="rId35" Type="http://schemas.openxmlformats.org/officeDocument/2006/relationships/oleObject" Target="../embeddings/oleObject582.bin"/><Relationship Id="rId43" Type="http://schemas.openxmlformats.org/officeDocument/2006/relationships/oleObject" Target="../embeddings/oleObject587.bin"/><Relationship Id="rId48" Type="http://schemas.openxmlformats.org/officeDocument/2006/relationships/oleObject" Target="../embeddings/oleObject591.bin"/><Relationship Id="rId8" Type="http://schemas.openxmlformats.org/officeDocument/2006/relationships/oleObject" Target="../embeddings/oleObject563.bin"/><Relationship Id="rId51" Type="http://schemas.openxmlformats.org/officeDocument/2006/relationships/oleObject" Target="../embeddings/oleObject594.bin"/><Relationship Id="rId3" Type="http://schemas.openxmlformats.org/officeDocument/2006/relationships/image" Target="../media/image22.wmf"/><Relationship Id="rId12" Type="http://schemas.openxmlformats.org/officeDocument/2006/relationships/oleObject" Target="../embeddings/oleObject565.bin"/><Relationship Id="rId17" Type="http://schemas.openxmlformats.org/officeDocument/2006/relationships/image" Target="../media/image8.wmf"/><Relationship Id="rId25" Type="http://schemas.openxmlformats.org/officeDocument/2006/relationships/oleObject" Target="../embeddings/oleObject574.bin"/><Relationship Id="rId33" Type="http://schemas.openxmlformats.org/officeDocument/2006/relationships/oleObject" Target="../embeddings/oleObject580.bin"/><Relationship Id="rId38" Type="http://schemas.openxmlformats.org/officeDocument/2006/relationships/image" Target="../media/image34.png"/><Relationship Id="rId46" Type="http://schemas.openxmlformats.org/officeDocument/2006/relationships/oleObject" Target="../embeddings/oleObject589.bin"/><Relationship Id="rId20" Type="http://schemas.openxmlformats.org/officeDocument/2006/relationships/oleObject" Target="../embeddings/oleObject570.bin"/><Relationship Id="rId41" Type="http://schemas.openxmlformats.org/officeDocument/2006/relationships/oleObject" Target="../embeddings/oleObject58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62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9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604.bin"/><Relationship Id="rId26" Type="http://schemas.openxmlformats.org/officeDocument/2006/relationships/oleObject" Target="../embeddings/oleObject610.bin"/><Relationship Id="rId3" Type="http://schemas.openxmlformats.org/officeDocument/2006/relationships/image" Target="../media/image34.wmf"/><Relationship Id="rId21" Type="http://schemas.openxmlformats.org/officeDocument/2006/relationships/oleObject" Target="../embeddings/oleObject606.bin"/><Relationship Id="rId7" Type="http://schemas.openxmlformats.org/officeDocument/2006/relationships/image" Target="../media/image2.wmf"/><Relationship Id="rId12" Type="http://schemas.openxmlformats.org/officeDocument/2006/relationships/oleObject" Target="../embeddings/oleObject601.bin"/><Relationship Id="rId17" Type="http://schemas.openxmlformats.org/officeDocument/2006/relationships/image" Target="../media/image7.wmf"/><Relationship Id="rId25" Type="http://schemas.openxmlformats.org/officeDocument/2006/relationships/oleObject" Target="../embeddings/oleObject609.bin"/><Relationship Id="rId2" Type="http://schemas.openxmlformats.org/officeDocument/2006/relationships/oleObject" Target="../embeddings/oleObject596.bin"/><Relationship Id="rId16" Type="http://schemas.openxmlformats.org/officeDocument/2006/relationships/oleObject" Target="../embeddings/oleObject603.bin"/><Relationship Id="rId20" Type="http://schemas.openxmlformats.org/officeDocument/2006/relationships/oleObject" Target="../embeddings/oleObject605.bin"/><Relationship Id="rId29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8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608.bin"/><Relationship Id="rId5" Type="http://schemas.openxmlformats.org/officeDocument/2006/relationships/image" Target="../media/image35.wmf"/><Relationship Id="rId15" Type="http://schemas.openxmlformats.org/officeDocument/2006/relationships/image" Target="../media/image6.wmf"/><Relationship Id="rId23" Type="http://schemas.openxmlformats.org/officeDocument/2006/relationships/image" Target="../media/image9.wmf"/><Relationship Id="rId28" Type="http://schemas.openxmlformats.org/officeDocument/2006/relationships/oleObject" Target="../embeddings/oleObject612.bin"/><Relationship Id="rId10" Type="http://schemas.openxmlformats.org/officeDocument/2006/relationships/oleObject" Target="../embeddings/oleObject600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597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02.bin"/><Relationship Id="rId22" Type="http://schemas.openxmlformats.org/officeDocument/2006/relationships/oleObject" Target="../embeddings/oleObject607.bin"/><Relationship Id="rId27" Type="http://schemas.openxmlformats.org/officeDocument/2006/relationships/oleObject" Target="../embeddings/oleObject611.bin"/><Relationship Id="rId30" Type="http://schemas.openxmlformats.org/officeDocument/2006/relationships/oleObject" Target="../embeddings/oleObject613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7.bin"/><Relationship Id="rId13" Type="http://schemas.openxmlformats.org/officeDocument/2006/relationships/oleObject" Target="../embeddings/oleObject620.bin"/><Relationship Id="rId18" Type="http://schemas.openxmlformats.org/officeDocument/2006/relationships/oleObject" Target="../embeddings/oleObject624.bin"/><Relationship Id="rId26" Type="http://schemas.openxmlformats.org/officeDocument/2006/relationships/image" Target="../media/image3.wmf"/><Relationship Id="rId3" Type="http://schemas.openxmlformats.org/officeDocument/2006/relationships/image" Target="../media/image36.wmf"/><Relationship Id="rId21" Type="http://schemas.openxmlformats.org/officeDocument/2006/relationships/image" Target="../media/image10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619.bin"/><Relationship Id="rId17" Type="http://schemas.openxmlformats.org/officeDocument/2006/relationships/oleObject" Target="../embeddings/oleObject623.bin"/><Relationship Id="rId25" Type="http://schemas.openxmlformats.org/officeDocument/2006/relationships/oleObject" Target="../embeddings/oleObject629.bin"/><Relationship Id="rId2" Type="http://schemas.openxmlformats.org/officeDocument/2006/relationships/oleObject" Target="../embeddings/oleObject614.bin"/><Relationship Id="rId16" Type="http://schemas.openxmlformats.org/officeDocument/2006/relationships/oleObject" Target="../embeddings/oleObject622.bin"/><Relationship Id="rId20" Type="http://schemas.openxmlformats.org/officeDocument/2006/relationships/oleObject" Target="../embeddings/oleObject6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16.bin"/><Relationship Id="rId11" Type="http://schemas.openxmlformats.org/officeDocument/2006/relationships/image" Target="../media/image8.wmf"/><Relationship Id="rId24" Type="http://schemas.openxmlformats.org/officeDocument/2006/relationships/image" Target="../media/image2.wmf"/><Relationship Id="rId5" Type="http://schemas.openxmlformats.org/officeDocument/2006/relationships/image" Target="../media/image5.wmf"/><Relationship Id="rId15" Type="http://schemas.openxmlformats.org/officeDocument/2006/relationships/image" Target="../media/image9.wmf"/><Relationship Id="rId23" Type="http://schemas.openxmlformats.org/officeDocument/2006/relationships/oleObject" Target="../embeddings/oleObject628.bin"/><Relationship Id="rId28" Type="http://schemas.openxmlformats.org/officeDocument/2006/relationships/image" Target="../media/image4.wmf"/><Relationship Id="rId10" Type="http://schemas.openxmlformats.org/officeDocument/2006/relationships/oleObject" Target="../embeddings/oleObject618.bin"/><Relationship Id="rId19" Type="http://schemas.openxmlformats.org/officeDocument/2006/relationships/oleObject" Target="../embeddings/oleObject625.bin"/><Relationship Id="rId4" Type="http://schemas.openxmlformats.org/officeDocument/2006/relationships/oleObject" Target="../embeddings/oleObject615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621.bin"/><Relationship Id="rId22" Type="http://schemas.openxmlformats.org/officeDocument/2006/relationships/oleObject" Target="../embeddings/oleObject627.bin"/><Relationship Id="rId27" Type="http://schemas.openxmlformats.org/officeDocument/2006/relationships/oleObject" Target="../embeddings/oleObject630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639.bin"/><Relationship Id="rId26" Type="http://schemas.openxmlformats.org/officeDocument/2006/relationships/oleObject" Target="../embeddings/oleObject646.bin"/><Relationship Id="rId3" Type="http://schemas.openxmlformats.org/officeDocument/2006/relationships/image" Target="../media/image37.wmf"/><Relationship Id="rId21" Type="http://schemas.openxmlformats.org/officeDocument/2006/relationships/image" Target="../media/image9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36.bin"/><Relationship Id="rId17" Type="http://schemas.openxmlformats.org/officeDocument/2006/relationships/image" Target="../media/image8.wmf"/><Relationship Id="rId25" Type="http://schemas.openxmlformats.org/officeDocument/2006/relationships/oleObject" Target="../embeddings/oleObject645.bin"/><Relationship Id="rId2" Type="http://schemas.openxmlformats.org/officeDocument/2006/relationships/oleObject" Target="../embeddings/oleObject631.bin"/><Relationship Id="rId16" Type="http://schemas.openxmlformats.org/officeDocument/2006/relationships/oleObject" Target="../embeddings/oleObject638.bin"/><Relationship Id="rId20" Type="http://schemas.openxmlformats.org/officeDocument/2006/relationships/oleObject" Target="../embeddings/oleObject6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3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644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oleObject" Target="../embeddings/oleObject643.bin"/><Relationship Id="rId28" Type="http://schemas.openxmlformats.org/officeDocument/2006/relationships/oleObject" Target="../embeddings/oleObject647.bin"/><Relationship Id="rId10" Type="http://schemas.openxmlformats.org/officeDocument/2006/relationships/oleObject" Target="../embeddings/oleObject635.bin"/><Relationship Id="rId19" Type="http://schemas.openxmlformats.org/officeDocument/2006/relationships/oleObject" Target="../embeddings/oleObject640.bin"/><Relationship Id="rId4" Type="http://schemas.openxmlformats.org/officeDocument/2006/relationships/oleObject" Target="../embeddings/oleObject63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37.bin"/><Relationship Id="rId22" Type="http://schemas.openxmlformats.org/officeDocument/2006/relationships/oleObject" Target="../embeddings/oleObject642.bin"/><Relationship Id="rId27" Type="http://schemas.openxmlformats.org/officeDocument/2006/relationships/image" Target="../media/image10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1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657.bin"/><Relationship Id="rId26" Type="http://schemas.openxmlformats.org/officeDocument/2006/relationships/oleObject" Target="../embeddings/oleObject663.bin"/><Relationship Id="rId3" Type="http://schemas.openxmlformats.org/officeDocument/2006/relationships/image" Target="../media/image38.wmf"/><Relationship Id="rId21" Type="http://schemas.openxmlformats.org/officeDocument/2006/relationships/oleObject" Target="../embeddings/oleObject659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53.bin"/><Relationship Id="rId17" Type="http://schemas.openxmlformats.org/officeDocument/2006/relationships/oleObject" Target="../embeddings/oleObject656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648.bin"/><Relationship Id="rId16" Type="http://schemas.openxmlformats.org/officeDocument/2006/relationships/oleObject" Target="../embeddings/oleObject655.bin"/><Relationship Id="rId20" Type="http://schemas.openxmlformats.org/officeDocument/2006/relationships/oleObject" Target="../embeddings/oleObject65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0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662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661.bin"/><Relationship Id="rId28" Type="http://schemas.openxmlformats.org/officeDocument/2006/relationships/image" Target="../media/image2.wmf"/><Relationship Id="rId10" Type="http://schemas.openxmlformats.org/officeDocument/2006/relationships/oleObject" Target="../embeddings/oleObject652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649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54.bin"/><Relationship Id="rId22" Type="http://schemas.openxmlformats.org/officeDocument/2006/relationships/oleObject" Target="../embeddings/oleObject660.bin"/><Relationship Id="rId27" Type="http://schemas.openxmlformats.org/officeDocument/2006/relationships/oleObject" Target="../embeddings/oleObject664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8.bin"/><Relationship Id="rId13" Type="http://schemas.openxmlformats.org/officeDocument/2006/relationships/oleObject" Target="../embeddings/oleObject671.bin"/><Relationship Id="rId18" Type="http://schemas.openxmlformats.org/officeDocument/2006/relationships/oleObject" Target="../embeddings/oleObject675.bin"/><Relationship Id="rId3" Type="http://schemas.openxmlformats.org/officeDocument/2006/relationships/image" Target="../media/image39.wmf"/><Relationship Id="rId21" Type="http://schemas.openxmlformats.org/officeDocument/2006/relationships/image" Target="../media/image46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670.bin"/><Relationship Id="rId17" Type="http://schemas.openxmlformats.org/officeDocument/2006/relationships/image" Target="../media/image44.wmf"/><Relationship Id="rId2" Type="http://schemas.openxmlformats.org/officeDocument/2006/relationships/oleObject" Target="../embeddings/oleObject665.bin"/><Relationship Id="rId16" Type="http://schemas.openxmlformats.org/officeDocument/2006/relationships/oleObject" Target="../embeddings/oleObject674.bin"/><Relationship Id="rId20" Type="http://schemas.openxmlformats.org/officeDocument/2006/relationships/oleObject" Target="../embeddings/oleObject67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67.bin"/><Relationship Id="rId11" Type="http://schemas.openxmlformats.org/officeDocument/2006/relationships/image" Target="../media/image43.wmf"/><Relationship Id="rId5" Type="http://schemas.openxmlformats.org/officeDocument/2006/relationships/image" Target="../media/image40.wmf"/><Relationship Id="rId15" Type="http://schemas.openxmlformats.org/officeDocument/2006/relationships/oleObject" Target="../embeddings/oleObject673.bin"/><Relationship Id="rId23" Type="http://schemas.openxmlformats.org/officeDocument/2006/relationships/image" Target="../media/image47.wmf"/><Relationship Id="rId10" Type="http://schemas.openxmlformats.org/officeDocument/2006/relationships/oleObject" Target="../embeddings/oleObject669.bin"/><Relationship Id="rId19" Type="http://schemas.openxmlformats.org/officeDocument/2006/relationships/image" Target="../media/image45.wmf"/><Relationship Id="rId4" Type="http://schemas.openxmlformats.org/officeDocument/2006/relationships/oleObject" Target="../embeddings/oleObject666.bin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672.bin"/><Relationship Id="rId22" Type="http://schemas.openxmlformats.org/officeDocument/2006/relationships/oleObject" Target="../embeddings/oleObject677.bin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687.bin"/><Relationship Id="rId26" Type="http://schemas.openxmlformats.org/officeDocument/2006/relationships/oleObject" Target="../embeddings/oleObject693.bin"/><Relationship Id="rId3" Type="http://schemas.openxmlformats.org/officeDocument/2006/relationships/image" Target="../media/image38.wmf"/><Relationship Id="rId21" Type="http://schemas.openxmlformats.org/officeDocument/2006/relationships/oleObject" Target="../embeddings/oleObject689.bin"/><Relationship Id="rId34" Type="http://schemas.openxmlformats.org/officeDocument/2006/relationships/image" Target="../media/image33.wmf"/><Relationship Id="rId7" Type="http://schemas.openxmlformats.org/officeDocument/2006/relationships/image" Target="../media/image4.wmf"/><Relationship Id="rId12" Type="http://schemas.openxmlformats.org/officeDocument/2006/relationships/oleObject" Target="../embeddings/oleObject683.bin"/><Relationship Id="rId17" Type="http://schemas.openxmlformats.org/officeDocument/2006/relationships/oleObject" Target="../embeddings/oleObject686.bin"/><Relationship Id="rId25" Type="http://schemas.openxmlformats.org/officeDocument/2006/relationships/image" Target="../media/image10.wmf"/><Relationship Id="rId33" Type="http://schemas.openxmlformats.org/officeDocument/2006/relationships/oleObject" Target="../embeddings/oleObject697.bin"/><Relationship Id="rId2" Type="http://schemas.openxmlformats.org/officeDocument/2006/relationships/oleObject" Target="../embeddings/oleObject678.bin"/><Relationship Id="rId16" Type="http://schemas.openxmlformats.org/officeDocument/2006/relationships/oleObject" Target="../embeddings/oleObject685.bin"/><Relationship Id="rId20" Type="http://schemas.openxmlformats.org/officeDocument/2006/relationships/oleObject" Target="../embeddings/oleObject688.bin"/><Relationship Id="rId29" Type="http://schemas.openxmlformats.org/officeDocument/2006/relationships/oleObject" Target="../embeddings/oleObject6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0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692.bin"/><Relationship Id="rId32" Type="http://schemas.openxmlformats.org/officeDocument/2006/relationships/image" Target="../media/image49.wmf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691.bin"/><Relationship Id="rId28" Type="http://schemas.openxmlformats.org/officeDocument/2006/relationships/image" Target="../media/image2.wmf"/><Relationship Id="rId10" Type="http://schemas.openxmlformats.org/officeDocument/2006/relationships/oleObject" Target="../embeddings/oleObject682.bin"/><Relationship Id="rId19" Type="http://schemas.openxmlformats.org/officeDocument/2006/relationships/image" Target="../media/image9.wmf"/><Relationship Id="rId31" Type="http://schemas.openxmlformats.org/officeDocument/2006/relationships/oleObject" Target="../embeddings/oleObject696.bin"/><Relationship Id="rId4" Type="http://schemas.openxmlformats.org/officeDocument/2006/relationships/oleObject" Target="../embeddings/oleObject679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84.bin"/><Relationship Id="rId22" Type="http://schemas.openxmlformats.org/officeDocument/2006/relationships/oleObject" Target="../embeddings/oleObject690.bin"/><Relationship Id="rId27" Type="http://schemas.openxmlformats.org/officeDocument/2006/relationships/oleObject" Target="../embeddings/oleObject694.bin"/><Relationship Id="rId30" Type="http://schemas.openxmlformats.org/officeDocument/2006/relationships/image" Target="../media/image48.wmf"/><Relationship Id="rId8" Type="http://schemas.openxmlformats.org/officeDocument/2006/relationships/oleObject" Target="../embeddings/oleObject681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1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706.bin"/><Relationship Id="rId3" Type="http://schemas.openxmlformats.org/officeDocument/2006/relationships/image" Target="../media/image50.wmf"/><Relationship Id="rId21" Type="http://schemas.openxmlformats.org/officeDocument/2006/relationships/image" Target="../media/image56.wmf"/><Relationship Id="rId7" Type="http://schemas.openxmlformats.org/officeDocument/2006/relationships/image" Target="../media/image41.wmf"/><Relationship Id="rId12" Type="http://schemas.openxmlformats.org/officeDocument/2006/relationships/oleObject" Target="../embeddings/oleObject703.bin"/><Relationship Id="rId17" Type="http://schemas.openxmlformats.org/officeDocument/2006/relationships/image" Target="../media/image54.wmf"/><Relationship Id="rId2" Type="http://schemas.openxmlformats.org/officeDocument/2006/relationships/oleObject" Target="../embeddings/oleObject698.bin"/><Relationship Id="rId16" Type="http://schemas.openxmlformats.org/officeDocument/2006/relationships/oleObject" Target="../embeddings/oleObject705.bin"/><Relationship Id="rId20" Type="http://schemas.openxmlformats.org/officeDocument/2006/relationships/oleObject" Target="../embeddings/oleObject7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00.bin"/><Relationship Id="rId11" Type="http://schemas.openxmlformats.org/officeDocument/2006/relationships/image" Target="../media/image42.wmf"/><Relationship Id="rId5" Type="http://schemas.openxmlformats.org/officeDocument/2006/relationships/image" Target="../media/image43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702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699.bin"/><Relationship Id="rId9" Type="http://schemas.openxmlformats.org/officeDocument/2006/relationships/image" Target="../media/image51.wmf"/><Relationship Id="rId14" Type="http://schemas.openxmlformats.org/officeDocument/2006/relationships/oleObject" Target="../embeddings/oleObject704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1.bin"/><Relationship Id="rId13" Type="http://schemas.openxmlformats.org/officeDocument/2006/relationships/image" Target="../media/image7.wmf"/><Relationship Id="rId18" Type="http://schemas.openxmlformats.org/officeDocument/2006/relationships/oleObject" Target="../embeddings/oleObject717.bin"/><Relationship Id="rId26" Type="http://schemas.openxmlformats.org/officeDocument/2006/relationships/oleObject" Target="../embeddings/oleObject723.bin"/><Relationship Id="rId3" Type="http://schemas.openxmlformats.org/officeDocument/2006/relationships/image" Target="../media/image2.wmf"/><Relationship Id="rId21" Type="http://schemas.openxmlformats.org/officeDocument/2006/relationships/oleObject" Target="../embeddings/oleObject719.bin"/><Relationship Id="rId7" Type="http://schemas.openxmlformats.org/officeDocument/2006/relationships/image" Target="../media/image4.wmf"/><Relationship Id="rId12" Type="http://schemas.openxmlformats.org/officeDocument/2006/relationships/oleObject" Target="../embeddings/oleObject713.bin"/><Relationship Id="rId17" Type="http://schemas.openxmlformats.org/officeDocument/2006/relationships/oleObject" Target="../embeddings/oleObject716.bin"/><Relationship Id="rId25" Type="http://schemas.openxmlformats.org/officeDocument/2006/relationships/image" Target="../media/image10.wmf"/><Relationship Id="rId2" Type="http://schemas.openxmlformats.org/officeDocument/2006/relationships/oleObject" Target="../embeddings/oleObject708.bin"/><Relationship Id="rId16" Type="http://schemas.openxmlformats.org/officeDocument/2006/relationships/oleObject" Target="../embeddings/oleObject715.bin"/><Relationship Id="rId20" Type="http://schemas.openxmlformats.org/officeDocument/2006/relationships/oleObject" Target="../embeddings/oleObject7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0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722.bin"/><Relationship Id="rId5" Type="http://schemas.openxmlformats.org/officeDocument/2006/relationships/image" Target="../media/image3.wmf"/><Relationship Id="rId15" Type="http://schemas.openxmlformats.org/officeDocument/2006/relationships/image" Target="../media/image8.wmf"/><Relationship Id="rId23" Type="http://schemas.openxmlformats.org/officeDocument/2006/relationships/oleObject" Target="../embeddings/oleObject721.bin"/><Relationship Id="rId28" Type="http://schemas.openxmlformats.org/officeDocument/2006/relationships/image" Target="../media/image57.wmf"/><Relationship Id="rId10" Type="http://schemas.openxmlformats.org/officeDocument/2006/relationships/oleObject" Target="../embeddings/oleObject712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709.bin"/><Relationship Id="rId9" Type="http://schemas.openxmlformats.org/officeDocument/2006/relationships/image" Target="../media/image5.wmf"/><Relationship Id="rId14" Type="http://schemas.openxmlformats.org/officeDocument/2006/relationships/oleObject" Target="../embeddings/oleObject714.bin"/><Relationship Id="rId22" Type="http://schemas.openxmlformats.org/officeDocument/2006/relationships/oleObject" Target="../embeddings/oleObject720.bin"/><Relationship Id="rId27" Type="http://schemas.openxmlformats.org/officeDocument/2006/relationships/oleObject" Target="../embeddings/oleObject724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8.bin"/><Relationship Id="rId13" Type="http://schemas.openxmlformats.org/officeDocument/2006/relationships/image" Target="../media/image42.wmf"/><Relationship Id="rId3" Type="http://schemas.openxmlformats.org/officeDocument/2006/relationships/image" Target="../media/image19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730.bin"/><Relationship Id="rId2" Type="http://schemas.openxmlformats.org/officeDocument/2006/relationships/oleObject" Target="../embeddings/oleObject72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7.bin"/><Relationship Id="rId11" Type="http://schemas.openxmlformats.org/officeDocument/2006/relationships/image" Target="../media/image41.wmf"/><Relationship Id="rId5" Type="http://schemas.openxmlformats.org/officeDocument/2006/relationships/image" Target="../media/image17.wmf"/><Relationship Id="rId15" Type="http://schemas.openxmlformats.org/officeDocument/2006/relationships/image" Target="../media/image61.wmf"/><Relationship Id="rId10" Type="http://schemas.openxmlformats.org/officeDocument/2006/relationships/oleObject" Target="../embeddings/oleObject729.bin"/><Relationship Id="rId4" Type="http://schemas.openxmlformats.org/officeDocument/2006/relationships/oleObject" Target="../embeddings/oleObject726.bin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731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5.bin"/><Relationship Id="rId13" Type="http://schemas.openxmlformats.org/officeDocument/2006/relationships/image" Target="../media/image2.wmf"/><Relationship Id="rId18" Type="http://schemas.openxmlformats.org/officeDocument/2006/relationships/oleObject" Target="../embeddings/oleObject740.bin"/><Relationship Id="rId3" Type="http://schemas.openxmlformats.org/officeDocument/2006/relationships/image" Target="../media/image62.wmf"/><Relationship Id="rId21" Type="http://schemas.openxmlformats.org/officeDocument/2006/relationships/oleObject" Target="../embeddings/oleObject742.bin"/><Relationship Id="rId7" Type="http://schemas.openxmlformats.org/officeDocument/2006/relationships/image" Target="../media/image7.wmf"/><Relationship Id="rId12" Type="http://schemas.openxmlformats.org/officeDocument/2006/relationships/oleObject" Target="../embeddings/oleObject737.bin"/><Relationship Id="rId17" Type="http://schemas.openxmlformats.org/officeDocument/2006/relationships/image" Target="../media/image4.wmf"/><Relationship Id="rId2" Type="http://schemas.openxmlformats.org/officeDocument/2006/relationships/oleObject" Target="../embeddings/oleObject732.bin"/><Relationship Id="rId16" Type="http://schemas.openxmlformats.org/officeDocument/2006/relationships/oleObject" Target="../embeddings/oleObject739.bin"/><Relationship Id="rId20" Type="http://schemas.openxmlformats.org/officeDocument/2006/relationships/image" Target="../media/image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4.bin"/><Relationship Id="rId11" Type="http://schemas.openxmlformats.org/officeDocument/2006/relationships/image" Target="../media/image10.wmf"/><Relationship Id="rId5" Type="http://schemas.openxmlformats.org/officeDocument/2006/relationships/image" Target="../media/image63.wmf"/><Relationship Id="rId15" Type="http://schemas.openxmlformats.org/officeDocument/2006/relationships/image" Target="../media/image3.wmf"/><Relationship Id="rId10" Type="http://schemas.openxmlformats.org/officeDocument/2006/relationships/oleObject" Target="../embeddings/oleObject736.bin"/><Relationship Id="rId19" Type="http://schemas.openxmlformats.org/officeDocument/2006/relationships/oleObject" Target="../embeddings/oleObject741.bin"/><Relationship Id="rId4" Type="http://schemas.openxmlformats.org/officeDocument/2006/relationships/oleObject" Target="../embeddings/oleObject733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738.bin"/><Relationship Id="rId22" Type="http://schemas.openxmlformats.org/officeDocument/2006/relationships/oleObject" Target="../embeddings/oleObject743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7.bin"/><Relationship Id="rId13" Type="http://schemas.openxmlformats.org/officeDocument/2006/relationships/oleObject" Target="../embeddings/oleObject750.bin"/><Relationship Id="rId18" Type="http://schemas.openxmlformats.org/officeDocument/2006/relationships/oleObject" Target="../embeddings/oleObject754.bin"/><Relationship Id="rId3" Type="http://schemas.openxmlformats.org/officeDocument/2006/relationships/image" Target="../media/image64.wmf"/><Relationship Id="rId21" Type="http://schemas.openxmlformats.org/officeDocument/2006/relationships/image" Target="../media/image70.wmf"/><Relationship Id="rId7" Type="http://schemas.openxmlformats.org/officeDocument/2006/relationships/image" Target="../media/image66.wmf"/><Relationship Id="rId12" Type="http://schemas.openxmlformats.org/officeDocument/2006/relationships/oleObject" Target="../embeddings/oleObject749.bin"/><Relationship Id="rId17" Type="http://schemas.openxmlformats.org/officeDocument/2006/relationships/oleObject" Target="../embeddings/oleObject753.bin"/><Relationship Id="rId2" Type="http://schemas.openxmlformats.org/officeDocument/2006/relationships/oleObject" Target="../embeddings/oleObject744.bin"/><Relationship Id="rId16" Type="http://schemas.openxmlformats.org/officeDocument/2006/relationships/oleObject" Target="../embeddings/oleObject752.bin"/><Relationship Id="rId20" Type="http://schemas.openxmlformats.org/officeDocument/2006/relationships/oleObject" Target="../embeddings/oleObject7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46.bin"/><Relationship Id="rId11" Type="http://schemas.openxmlformats.org/officeDocument/2006/relationships/image" Target="../media/image68.wmf"/><Relationship Id="rId5" Type="http://schemas.openxmlformats.org/officeDocument/2006/relationships/image" Target="../media/image65.wmf"/><Relationship Id="rId15" Type="http://schemas.openxmlformats.org/officeDocument/2006/relationships/oleObject" Target="../embeddings/oleObject751.bin"/><Relationship Id="rId10" Type="http://schemas.openxmlformats.org/officeDocument/2006/relationships/oleObject" Target="../embeddings/oleObject748.bin"/><Relationship Id="rId19" Type="http://schemas.openxmlformats.org/officeDocument/2006/relationships/oleObject" Target="../embeddings/oleObject755.bin"/><Relationship Id="rId4" Type="http://schemas.openxmlformats.org/officeDocument/2006/relationships/oleObject" Target="../embeddings/oleObject745.bin"/><Relationship Id="rId9" Type="http://schemas.openxmlformats.org/officeDocument/2006/relationships/image" Target="../media/image67.wmf"/><Relationship Id="rId14" Type="http://schemas.openxmlformats.org/officeDocument/2006/relationships/image" Target="../media/image69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0.bin"/><Relationship Id="rId13" Type="http://schemas.openxmlformats.org/officeDocument/2006/relationships/oleObject" Target="../embeddings/oleObject764.bin"/><Relationship Id="rId18" Type="http://schemas.openxmlformats.org/officeDocument/2006/relationships/oleObject" Target="../embeddings/oleObject767.bin"/><Relationship Id="rId3" Type="http://schemas.openxmlformats.org/officeDocument/2006/relationships/image" Target="../media/image71.wmf"/><Relationship Id="rId21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763.bin"/><Relationship Id="rId17" Type="http://schemas.openxmlformats.org/officeDocument/2006/relationships/image" Target="../media/image4.wmf"/><Relationship Id="rId2" Type="http://schemas.openxmlformats.org/officeDocument/2006/relationships/oleObject" Target="../embeddings/oleObject757.bin"/><Relationship Id="rId16" Type="http://schemas.openxmlformats.org/officeDocument/2006/relationships/oleObject" Target="../embeddings/oleObject766.bin"/><Relationship Id="rId20" Type="http://schemas.openxmlformats.org/officeDocument/2006/relationships/oleObject" Target="../embeddings/oleObject76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9.bin"/><Relationship Id="rId11" Type="http://schemas.openxmlformats.org/officeDocument/2006/relationships/oleObject" Target="../embeddings/oleObject762.bin"/><Relationship Id="rId5" Type="http://schemas.openxmlformats.org/officeDocument/2006/relationships/image" Target="../media/image7.wmf"/><Relationship Id="rId15" Type="http://schemas.openxmlformats.org/officeDocument/2006/relationships/image" Target="../media/image2.wmf"/><Relationship Id="rId10" Type="http://schemas.openxmlformats.org/officeDocument/2006/relationships/oleObject" Target="../embeddings/oleObject761.bin"/><Relationship Id="rId19" Type="http://schemas.openxmlformats.org/officeDocument/2006/relationships/image" Target="../media/image5.wmf"/><Relationship Id="rId4" Type="http://schemas.openxmlformats.org/officeDocument/2006/relationships/oleObject" Target="../embeddings/oleObject758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765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7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1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770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5.bin"/><Relationship Id="rId13" Type="http://schemas.openxmlformats.org/officeDocument/2006/relationships/image" Target="../media/image77.wmf"/><Relationship Id="rId3" Type="http://schemas.openxmlformats.org/officeDocument/2006/relationships/image" Target="../media/image74.w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777.bin"/><Relationship Id="rId2" Type="http://schemas.openxmlformats.org/officeDocument/2006/relationships/oleObject" Target="../embeddings/oleObject7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74.bin"/><Relationship Id="rId11" Type="http://schemas.openxmlformats.org/officeDocument/2006/relationships/image" Target="../media/image65.wmf"/><Relationship Id="rId5" Type="http://schemas.openxmlformats.org/officeDocument/2006/relationships/image" Target="../media/image75.wmf"/><Relationship Id="rId10" Type="http://schemas.openxmlformats.org/officeDocument/2006/relationships/oleObject" Target="../embeddings/oleObject776.bin"/><Relationship Id="rId4" Type="http://schemas.openxmlformats.org/officeDocument/2006/relationships/oleObject" Target="../embeddings/oleObject773.bin"/><Relationship Id="rId9" Type="http://schemas.openxmlformats.org/officeDocument/2006/relationships/image" Target="../media/image63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2" Type="http://schemas.openxmlformats.org/officeDocument/2006/relationships/oleObject" Target="../embeddings/oleObject778.bin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779.bin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3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7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2.bin"/><Relationship Id="rId11" Type="http://schemas.openxmlformats.org/officeDocument/2006/relationships/oleObject" Target="../embeddings/oleObject785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784.bin"/><Relationship Id="rId4" Type="http://schemas.openxmlformats.org/officeDocument/2006/relationships/oleObject" Target="../embeddings/oleObject781.bin"/><Relationship Id="rId9" Type="http://schemas.openxmlformats.org/officeDocument/2006/relationships/image" Target="../media/image79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9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791.bin"/><Relationship Id="rId2" Type="http://schemas.openxmlformats.org/officeDocument/2006/relationships/oleObject" Target="../embeddings/oleObject7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8.bin"/><Relationship Id="rId11" Type="http://schemas.openxmlformats.org/officeDocument/2006/relationships/image" Target="../media/image79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790.bin"/><Relationship Id="rId4" Type="http://schemas.openxmlformats.org/officeDocument/2006/relationships/oleObject" Target="../embeddings/oleObject787.bin"/><Relationship Id="rId9" Type="http://schemas.openxmlformats.org/officeDocument/2006/relationships/image" Target="../media/image80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5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79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4.bin"/><Relationship Id="rId11" Type="http://schemas.openxmlformats.org/officeDocument/2006/relationships/oleObject" Target="../embeddings/oleObject797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796.bin"/><Relationship Id="rId4" Type="http://schemas.openxmlformats.org/officeDocument/2006/relationships/oleObject" Target="../embeddings/oleObject793.bin"/><Relationship Id="rId9" Type="http://schemas.openxmlformats.org/officeDocument/2006/relationships/image" Target="../media/image79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1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7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00.bin"/><Relationship Id="rId11" Type="http://schemas.openxmlformats.org/officeDocument/2006/relationships/oleObject" Target="../embeddings/oleObject803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802.bin"/><Relationship Id="rId4" Type="http://schemas.openxmlformats.org/officeDocument/2006/relationships/oleObject" Target="../embeddings/oleObject799.bin"/><Relationship Id="rId9" Type="http://schemas.openxmlformats.org/officeDocument/2006/relationships/image" Target="../media/image79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7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80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06.bin"/><Relationship Id="rId11" Type="http://schemas.openxmlformats.org/officeDocument/2006/relationships/oleObject" Target="../embeddings/oleObject809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808.bin"/><Relationship Id="rId4" Type="http://schemas.openxmlformats.org/officeDocument/2006/relationships/oleObject" Target="../embeddings/oleObject805.bin"/><Relationship Id="rId9" Type="http://schemas.openxmlformats.org/officeDocument/2006/relationships/image" Target="../media/image79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3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815.bin"/><Relationship Id="rId2" Type="http://schemas.openxmlformats.org/officeDocument/2006/relationships/oleObject" Target="../embeddings/oleObject8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2.bin"/><Relationship Id="rId11" Type="http://schemas.openxmlformats.org/officeDocument/2006/relationships/image" Target="../media/image79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814.bin"/><Relationship Id="rId4" Type="http://schemas.openxmlformats.org/officeDocument/2006/relationships/oleObject" Target="../embeddings/oleObject811.bin"/><Relationship Id="rId9" Type="http://schemas.openxmlformats.org/officeDocument/2006/relationships/image" Target="../media/image80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9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8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18.bin"/><Relationship Id="rId11" Type="http://schemas.openxmlformats.org/officeDocument/2006/relationships/oleObject" Target="../embeddings/oleObject821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820.bin"/><Relationship Id="rId4" Type="http://schemas.openxmlformats.org/officeDocument/2006/relationships/oleObject" Target="../embeddings/oleObject817.bin"/><Relationship Id="rId9" Type="http://schemas.openxmlformats.org/officeDocument/2006/relationships/image" Target="../media/image79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5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8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4.bin"/><Relationship Id="rId11" Type="http://schemas.openxmlformats.org/officeDocument/2006/relationships/oleObject" Target="../embeddings/oleObject827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826.bin"/><Relationship Id="rId4" Type="http://schemas.openxmlformats.org/officeDocument/2006/relationships/oleObject" Target="../embeddings/oleObject823.bin"/><Relationship Id="rId9" Type="http://schemas.openxmlformats.org/officeDocument/2006/relationships/image" Target="../media/image79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1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8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0.bin"/><Relationship Id="rId11" Type="http://schemas.openxmlformats.org/officeDocument/2006/relationships/oleObject" Target="../embeddings/oleObject833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832.bin"/><Relationship Id="rId4" Type="http://schemas.openxmlformats.org/officeDocument/2006/relationships/oleObject" Target="../embeddings/oleObject829.bin"/><Relationship Id="rId9" Type="http://schemas.openxmlformats.org/officeDocument/2006/relationships/image" Target="../media/image79.wmf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7.bin"/><Relationship Id="rId3" Type="http://schemas.openxmlformats.org/officeDocument/2006/relationships/image" Target="../media/image2.wmf"/><Relationship Id="rId7" Type="http://schemas.openxmlformats.org/officeDocument/2006/relationships/image" Target="../media/image6.wmf"/><Relationship Id="rId2" Type="http://schemas.openxmlformats.org/officeDocument/2006/relationships/oleObject" Target="../embeddings/oleObject8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6.bin"/><Relationship Id="rId11" Type="http://schemas.openxmlformats.org/officeDocument/2006/relationships/oleObject" Target="../embeddings/oleObject839.bin"/><Relationship Id="rId5" Type="http://schemas.openxmlformats.org/officeDocument/2006/relationships/image" Target="../media/image3.wmf"/><Relationship Id="rId10" Type="http://schemas.openxmlformats.org/officeDocument/2006/relationships/oleObject" Target="../embeddings/oleObject838.bin"/><Relationship Id="rId4" Type="http://schemas.openxmlformats.org/officeDocument/2006/relationships/oleObject" Target="../embeddings/oleObject835.bin"/><Relationship Id="rId9" Type="http://schemas.openxmlformats.org/officeDocument/2006/relationships/image" Target="../media/image79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2.bin"/><Relationship Id="rId13" Type="http://schemas.openxmlformats.org/officeDocument/2006/relationships/image" Target="../media/image84.wmf"/><Relationship Id="rId18" Type="http://schemas.openxmlformats.org/officeDocument/2006/relationships/oleObject" Target="../embeddings/oleObject847.bin"/><Relationship Id="rId3" Type="http://schemas.openxmlformats.org/officeDocument/2006/relationships/image" Target="../media/image82.png"/><Relationship Id="rId21" Type="http://schemas.openxmlformats.org/officeDocument/2006/relationships/image" Target="../media/image86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844.bin"/><Relationship Id="rId17" Type="http://schemas.openxmlformats.org/officeDocument/2006/relationships/image" Target="../media/image85.wmf"/><Relationship Id="rId16" Type="http://schemas.openxmlformats.org/officeDocument/2006/relationships/oleObject" Target="../embeddings/oleObject846.bin"/><Relationship Id="rId20" Type="http://schemas.openxmlformats.org/officeDocument/2006/relationships/oleObject" Target="../embeddings/oleObject8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1.bin"/><Relationship Id="rId11" Type="http://schemas.openxmlformats.org/officeDocument/2006/relationships/image" Target="../media/image83.wmf"/><Relationship Id="rId5" Type="http://schemas.openxmlformats.org/officeDocument/2006/relationships/image" Target="../media/image2.wmf"/><Relationship Id="rId15" Type="http://schemas.openxmlformats.org/officeDocument/2006/relationships/image" Target="../media/image79.wmf"/><Relationship Id="rId23" Type="http://schemas.openxmlformats.org/officeDocument/2006/relationships/image" Target="../media/image87.wmf"/><Relationship Id="rId10" Type="http://schemas.openxmlformats.org/officeDocument/2006/relationships/oleObject" Target="../embeddings/oleObject843.bin"/><Relationship Id="rId19" Type="http://schemas.openxmlformats.org/officeDocument/2006/relationships/image" Target="../media/image6.wmf"/><Relationship Id="rId4" Type="http://schemas.openxmlformats.org/officeDocument/2006/relationships/oleObject" Target="../embeddings/oleObject840.bin"/><Relationship Id="rId9" Type="http://schemas.openxmlformats.org/officeDocument/2006/relationships/image" Target="../media/image82.wmf"/><Relationship Id="rId14" Type="http://schemas.openxmlformats.org/officeDocument/2006/relationships/oleObject" Target="../embeddings/oleObject845.bin"/><Relationship Id="rId22" Type="http://schemas.openxmlformats.org/officeDocument/2006/relationships/oleObject" Target="../embeddings/oleObject849.bin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3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858.bin"/><Relationship Id="rId3" Type="http://schemas.openxmlformats.org/officeDocument/2006/relationships/image" Target="../media/image2.wmf"/><Relationship Id="rId21" Type="http://schemas.openxmlformats.org/officeDocument/2006/relationships/image" Target="../media/image87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55.bin"/><Relationship Id="rId17" Type="http://schemas.openxmlformats.org/officeDocument/2006/relationships/image" Target="../media/image6.wmf"/><Relationship Id="rId2" Type="http://schemas.openxmlformats.org/officeDocument/2006/relationships/oleObject" Target="../embeddings/oleObject850.bin"/><Relationship Id="rId16" Type="http://schemas.openxmlformats.org/officeDocument/2006/relationships/oleObject" Target="../embeddings/oleObject857.bin"/><Relationship Id="rId20" Type="http://schemas.openxmlformats.org/officeDocument/2006/relationships/oleObject" Target="../embeddings/oleObject8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2.bin"/><Relationship Id="rId11" Type="http://schemas.openxmlformats.org/officeDocument/2006/relationships/image" Target="../media/image84.wmf"/><Relationship Id="rId5" Type="http://schemas.openxmlformats.org/officeDocument/2006/relationships/image" Target="../media/image3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854.bin"/><Relationship Id="rId19" Type="http://schemas.openxmlformats.org/officeDocument/2006/relationships/image" Target="../media/image86.wmf"/><Relationship Id="rId4" Type="http://schemas.openxmlformats.org/officeDocument/2006/relationships/oleObject" Target="../embeddings/oleObject851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56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3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868.bin"/><Relationship Id="rId3" Type="http://schemas.openxmlformats.org/officeDocument/2006/relationships/image" Target="../media/image2.wmf"/><Relationship Id="rId21" Type="http://schemas.openxmlformats.org/officeDocument/2006/relationships/image" Target="../media/image87.wmf"/><Relationship Id="rId7" Type="http://schemas.openxmlformats.org/officeDocument/2006/relationships/image" Target="../media/image82.wmf"/><Relationship Id="rId12" Type="http://schemas.openxmlformats.org/officeDocument/2006/relationships/oleObject" Target="../embeddings/oleObject865.bin"/><Relationship Id="rId17" Type="http://schemas.openxmlformats.org/officeDocument/2006/relationships/image" Target="../media/image6.wmf"/><Relationship Id="rId2" Type="http://schemas.openxmlformats.org/officeDocument/2006/relationships/oleObject" Target="../embeddings/oleObject860.bin"/><Relationship Id="rId16" Type="http://schemas.openxmlformats.org/officeDocument/2006/relationships/oleObject" Target="../embeddings/oleObject867.bin"/><Relationship Id="rId20" Type="http://schemas.openxmlformats.org/officeDocument/2006/relationships/oleObject" Target="../embeddings/oleObject86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62.bin"/><Relationship Id="rId11" Type="http://schemas.openxmlformats.org/officeDocument/2006/relationships/image" Target="../media/image84.wmf"/><Relationship Id="rId5" Type="http://schemas.openxmlformats.org/officeDocument/2006/relationships/image" Target="../media/image3.wmf"/><Relationship Id="rId15" Type="http://schemas.openxmlformats.org/officeDocument/2006/relationships/image" Target="../media/image85.wmf"/><Relationship Id="rId10" Type="http://schemas.openxmlformats.org/officeDocument/2006/relationships/oleObject" Target="../embeddings/oleObject864.bin"/><Relationship Id="rId19" Type="http://schemas.openxmlformats.org/officeDocument/2006/relationships/image" Target="../media/image86.wmf"/><Relationship Id="rId4" Type="http://schemas.openxmlformats.org/officeDocument/2006/relationships/oleObject" Target="../embeddings/oleObject861.bin"/><Relationship Id="rId9" Type="http://schemas.openxmlformats.org/officeDocument/2006/relationships/image" Target="../media/image83.wmf"/><Relationship Id="rId14" Type="http://schemas.openxmlformats.org/officeDocument/2006/relationships/oleObject" Target="../embeddings/oleObject866.bin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3.bin"/><Relationship Id="rId13" Type="http://schemas.openxmlformats.org/officeDocument/2006/relationships/image" Target="../media/image87.wmf"/><Relationship Id="rId18" Type="http://schemas.openxmlformats.org/officeDocument/2006/relationships/image" Target="../media/image90.wmf"/><Relationship Id="rId3" Type="http://schemas.openxmlformats.org/officeDocument/2006/relationships/image" Target="../media/image2.wmf"/><Relationship Id="rId21" Type="http://schemas.openxmlformats.org/officeDocument/2006/relationships/oleObject" Target="../embeddings/oleObject880.bin"/><Relationship Id="rId7" Type="http://schemas.openxmlformats.org/officeDocument/2006/relationships/image" Target="../media/image83.wmf"/><Relationship Id="rId12" Type="http://schemas.openxmlformats.org/officeDocument/2006/relationships/oleObject" Target="../embeddings/oleObject875.bin"/><Relationship Id="rId17" Type="http://schemas.openxmlformats.org/officeDocument/2006/relationships/oleObject" Target="../embeddings/oleObject878.bin"/><Relationship Id="rId25" Type="http://schemas.openxmlformats.org/officeDocument/2006/relationships/oleObject" Target="../embeddings/oleObject884.bin"/><Relationship Id="rId2" Type="http://schemas.openxmlformats.org/officeDocument/2006/relationships/oleObject" Target="../embeddings/oleObject870.bin"/><Relationship Id="rId16" Type="http://schemas.openxmlformats.org/officeDocument/2006/relationships/oleObject" Target="../embeddings/oleObject877.bin"/><Relationship Id="rId20" Type="http://schemas.openxmlformats.org/officeDocument/2006/relationships/image" Target="../media/image9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72.bin"/><Relationship Id="rId11" Type="http://schemas.openxmlformats.org/officeDocument/2006/relationships/image" Target="../media/image86.wmf"/><Relationship Id="rId24" Type="http://schemas.openxmlformats.org/officeDocument/2006/relationships/oleObject" Target="../embeddings/oleObject883.bin"/><Relationship Id="rId5" Type="http://schemas.openxmlformats.org/officeDocument/2006/relationships/image" Target="../media/image88.wmf"/><Relationship Id="rId15" Type="http://schemas.openxmlformats.org/officeDocument/2006/relationships/image" Target="../media/image89.wmf"/><Relationship Id="rId23" Type="http://schemas.openxmlformats.org/officeDocument/2006/relationships/oleObject" Target="../embeddings/oleObject882.bin"/><Relationship Id="rId10" Type="http://schemas.openxmlformats.org/officeDocument/2006/relationships/oleObject" Target="../embeddings/oleObject874.bin"/><Relationship Id="rId19" Type="http://schemas.openxmlformats.org/officeDocument/2006/relationships/oleObject" Target="../embeddings/oleObject879.bin"/><Relationship Id="rId4" Type="http://schemas.openxmlformats.org/officeDocument/2006/relationships/oleObject" Target="../embeddings/oleObject871.bin"/><Relationship Id="rId9" Type="http://schemas.openxmlformats.org/officeDocument/2006/relationships/image" Target="../media/image84.wmf"/><Relationship Id="rId14" Type="http://schemas.openxmlformats.org/officeDocument/2006/relationships/oleObject" Target="../embeddings/oleObject876.bin"/><Relationship Id="rId22" Type="http://schemas.openxmlformats.org/officeDocument/2006/relationships/oleObject" Target="../embeddings/oleObject881.bin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8.bin"/><Relationship Id="rId13" Type="http://schemas.openxmlformats.org/officeDocument/2006/relationships/image" Target="../media/image97.wmf"/><Relationship Id="rId18" Type="http://schemas.openxmlformats.org/officeDocument/2006/relationships/oleObject" Target="../embeddings/oleObject893.bin"/><Relationship Id="rId26" Type="http://schemas.openxmlformats.org/officeDocument/2006/relationships/oleObject" Target="../embeddings/oleObject897.bin"/><Relationship Id="rId3" Type="http://schemas.openxmlformats.org/officeDocument/2006/relationships/image" Target="../media/image92.wmf"/><Relationship Id="rId21" Type="http://schemas.openxmlformats.org/officeDocument/2006/relationships/image" Target="../media/image101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890.bin"/><Relationship Id="rId17" Type="http://schemas.openxmlformats.org/officeDocument/2006/relationships/image" Target="../media/image99.wmf"/><Relationship Id="rId25" Type="http://schemas.openxmlformats.org/officeDocument/2006/relationships/image" Target="../media/image103.wmf"/><Relationship Id="rId2" Type="http://schemas.openxmlformats.org/officeDocument/2006/relationships/oleObject" Target="../embeddings/oleObject885.bin"/><Relationship Id="rId16" Type="http://schemas.openxmlformats.org/officeDocument/2006/relationships/oleObject" Target="../embeddings/oleObject892.bin"/><Relationship Id="rId20" Type="http://schemas.openxmlformats.org/officeDocument/2006/relationships/oleObject" Target="../embeddings/oleObject894.bin"/><Relationship Id="rId29" Type="http://schemas.openxmlformats.org/officeDocument/2006/relationships/image" Target="../media/image10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7.bin"/><Relationship Id="rId11" Type="http://schemas.openxmlformats.org/officeDocument/2006/relationships/image" Target="../media/image96.wmf"/><Relationship Id="rId24" Type="http://schemas.openxmlformats.org/officeDocument/2006/relationships/oleObject" Target="../embeddings/oleObject896.bin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23" Type="http://schemas.openxmlformats.org/officeDocument/2006/relationships/image" Target="../media/image102.wmf"/><Relationship Id="rId28" Type="http://schemas.openxmlformats.org/officeDocument/2006/relationships/oleObject" Target="../embeddings/oleObject898.bin"/><Relationship Id="rId10" Type="http://schemas.openxmlformats.org/officeDocument/2006/relationships/oleObject" Target="../embeddings/oleObject889.bin"/><Relationship Id="rId19" Type="http://schemas.openxmlformats.org/officeDocument/2006/relationships/image" Target="../media/image100.wmf"/><Relationship Id="rId4" Type="http://schemas.openxmlformats.org/officeDocument/2006/relationships/oleObject" Target="../embeddings/oleObject886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891.bin"/><Relationship Id="rId22" Type="http://schemas.openxmlformats.org/officeDocument/2006/relationships/oleObject" Target="../embeddings/oleObject895.bin"/><Relationship Id="rId27" Type="http://schemas.openxmlformats.org/officeDocument/2006/relationships/image" Target="../media/image104.wmf"/><Relationship Id="rId30" Type="http://schemas.openxmlformats.org/officeDocument/2006/relationships/oleObject" Target="../embeddings/oleObject899.bin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3.bin"/><Relationship Id="rId13" Type="http://schemas.openxmlformats.org/officeDocument/2006/relationships/image" Target="../media/image99.wmf"/><Relationship Id="rId18" Type="http://schemas.openxmlformats.org/officeDocument/2006/relationships/oleObject" Target="../embeddings/oleObject908.bin"/><Relationship Id="rId3" Type="http://schemas.openxmlformats.org/officeDocument/2006/relationships/image" Target="../media/image106.wmf"/><Relationship Id="rId21" Type="http://schemas.openxmlformats.org/officeDocument/2006/relationships/image" Target="../media/image105.wmf"/><Relationship Id="rId7" Type="http://schemas.openxmlformats.org/officeDocument/2006/relationships/image" Target="../media/image95.wmf"/><Relationship Id="rId12" Type="http://schemas.openxmlformats.org/officeDocument/2006/relationships/oleObject" Target="../embeddings/oleObject905.bin"/><Relationship Id="rId17" Type="http://schemas.openxmlformats.org/officeDocument/2006/relationships/image" Target="../media/image103.wmf"/><Relationship Id="rId2" Type="http://schemas.openxmlformats.org/officeDocument/2006/relationships/oleObject" Target="../embeddings/oleObject900.bin"/><Relationship Id="rId16" Type="http://schemas.openxmlformats.org/officeDocument/2006/relationships/oleObject" Target="../embeddings/oleObject907.bin"/><Relationship Id="rId20" Type="http://schemas.openxmlformats.org/officeDocument/2006/relationships/oleObject" Target="../embeddings/oleObject90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2.bin"/><Relationship Id="rId11" Type="http://schemas.openxmlformats.org/officeDocument/2006/relationships/image" Target="../media/image98.wmf"/><Relationship Id="rId5" Type="http://schemas.openxmlformats.org/officeDocument/2006/relationships/image" Target="../media/image94.wmf"/><Relationship Id="rId15" Type="http://schemas.openxmlformats.org/officeDocument/2006/relationships/image" Target="../media/image100.wmf"/><Relationship Id="rId23" Type="http://schemas.openxmlformats.org/officeDocument/2006/relationships/oleObject" Target="../embeddings/oleObject911.bin"/><Relationship Id="rId10" Type="http://schemas.openxmlformats.org/officeDocument/2006/relationships/oleObject" Target="../embeddings/oleObject904.bin"/><Relationship Id="rId19" Type="http://schemas.openxmlformats.org/officeDocument/2006/relationships/image" Target="../media/image104.wmf"/><Relationship Id="rId4" Type="http://schemas.openxmlformats.org/officeDocument/2006/relationships/oleObject" Target="../embeddings/oleObject901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906.bin"/><Relationship Id="rId22" Type="http://schemas.openxmlformats.org/officeDocument/2006/relationships/oleObject" Target="../embeddings/oleObject9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sz="4800" b="1" dirty="0">
                <a:solidFill>
                  <a:srgbClr val="0070C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Module-2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endParaRPr lang="en-US" sz="4800" b="1" dirty="0">
              <a:solidFill>
                <a:srgbClr val="0070C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Finite Automata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7B7589D-565A-452A-9F98-0EEC50174175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512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D758D3D3-33AE-44E4-9638-2364C9A121F3}" type="slidenum">
              <a:rPr lang="en-US" smtClean="0">
                <a:solidFill>
                  <a:schemeClr val="bg1"/>
                </a:solidFill>
              </a:rPr>
              <a:pPr/>
              <a:t>1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9EC37557-CBF9-40A6-98C5-18C502AB01E7}" type="slidenum">
              <a:rPr lang="en-US" sz="1200" smtClean="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sz="1200">
              <a:solidFill>
                <a:srgbClr val="89898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ChangeArrowheads="1"/>
          </p:cNvSpPr>
          <p:nvPr/>
        </p:nvSpPr>
        <p:spPr bwMode="auto">
          <a:xfrm>
            <a:off x="398463" y="1841500"/>
            <a:ext cx="8307387" cy="225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C0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An automaton is an abstract model of a digital computer.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1">
              <a:solidFill>
                <a:srgbClr val="C0000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>
                <a:solidFill>
                  <a:srgbClr val="C0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Finite Automata(FA) is the simplest machine to recognize patterns.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322263"/>
            <a:ext cx="9144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sz="3200" b="1">
                <a:solidFill>
                  <a:srgbClr val="0070C0"/>
                </a:solidFill>
                <a:latin typeface="Comic Sans MS" panose="030F0702030302020204" pitchFamily="66" charset="0"/>
              </a:rPr>
              <a:t>Language Recognizers : An example of Finite Automata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0EF6201-C7E9-4087-BE88-4D2D2677947D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A51D44A-4649-40DB-B0D0-134F39E19046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12738"/>
            <a:ext cx="7886700" cy="83185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Comic Sans MS" panose="030F0702030302020204" pitchFamily="66" charset="0"/>
              </a:rPr>
              <a:t>Finite Automaton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1905000" y="3124200"/>
            <a:ext cx="3271838" cy="2359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1676400" y="1981200"/>
            <a:ext cx="3657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895600" y="1371600"/>
            <a:ext cx="1239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5791200" y="3886200"/>
            <a:ext cx="3048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5715000" y="4038600"/>
            <a:ext cx="3200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49161" name="Rectangle 9"/>
          <p:cNvSpPr>
            <a:spLocks noChangeArrowheads="1"/>
          </p:cNvSpPr>
          <p:nvPr/>
        </p:nvSpPr>
        <p:spPr bwMode="auto">
          <a:xfrm>
            <a:off x="5638800" y="3352800"/>
            <a:ext cx="22860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3259" name="Text Box 10"/>
          <p:cNvSpPr txBox="1">
            <a:spLocks noChangeArrowheads="1"/>
          </p:cNvSpPr>
          <p:nvPr/>
        </p:nvSpPr>
        <p:spPr bwMode="auto">
          <a:xfrm>
            <a:off x="5791200" y="3429000"/>
            <a:ext cx="1852613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“Accept”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    or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“Reject”</a:t>
            </a:r>
          </a:p>
        </p:txBody>
      </p:sp>
      <p:sp>
        <p:nvSpPr>
          <p:cNvPr id="53260" name="Text Box 12"/>
          <p:cNvSpPr txBox="1">
            <a:spLocks noChangeArrowheads="1"/>
          </p:cNvSpPr>
          <p:nvPr/>
        </p:nvSpPr>
        <p:spPr bwMode="auto">
          <a:xfrm>
            <a:off x="2819400" y="2057400"/>
            <a:ext cx="1397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String</a:t>
            </a:r>
          </a:p>
        </p:txBody>
      </p:sp>
      <p:sp>
        <p:nvSpPr>
          <p:cNvPr id="49164" name="Text Box 13"/>
          <p:cNvSpPr txBox="1">
            <a:spLocks noChangeArrowheads="1"/>
          </p:cNvSpPr>
          <p:nvPr/>
        </p:nvSpPr>
        <p:spPr bwMode="auto">
          <a:xfrm>
            <a:off x="2286000" y="3810000"/>
            <a:ext cx="2241550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Finite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Automaton</a:t>
            </a:r>
          </a:p>
        </p:txBody>
      </p:sp>
      <p:sp>
        <p:nvSpPr>
          <p:cNvPr id="49165" name="Line 14"/>
          <p:cNvSpPr>
            <a:spLocks noChangeShapeType="1"/>
          </p:cNvSpPr>
          <p:nvPr/>
        </p:nvSpPr>
        <p:spPr bwMode="auto">
          <a:xfrm>
            <a:off x="3500438" y="26685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6" name="Line 15"/>
          <p:cNvSpPr>
            <a:spLocks noChangeShapeType="1"/>
          </p:cNvSpPr>
          <p:nvPr/>
        </p:nvSpPr>
        <p:spPr bwMode="auto">
          <a:xfrm>
            <a:off x="5181600" y="4267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7" name="Text Box 16"/>
          <p:cNvSpPr txBox="1">
            <a:spLocks noChangeArrowheads="1"/>
          </p:cNvSpPr>
          <p:nvPr/>
        </p:nvSpPr>
        <p:spPr bwMode="auto">
          <a:xfrm>
            <a:off x="6019800" y="2819400"/>
            <a:ext cx="15319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rgbClr val="FF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Output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9725EA7-1DCC-40B6-90D0-62A1D7A89836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9" grpId="0"/>
      <p:bldP spid="532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458B1CC-2927-46AA-8FE9-B3F24FD77F83}" type="slidenum">
              <a:rPr lang="en-US" sz="1200" smtClean="0">
                <a:solidFill>
                  <a:srgbClr val="898989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4</a:t>
            </a:fld>
            <a:endParaRPr lang="en-US" sz="1200">
              <a:solidFill>
                <a:srgbClr val="898989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ChangeArrowheads="1"/>
          </p:cNvSpPr>
          <p:nvPr/>
        </p:nvSpPr>
        <p:spPr bwMode="auto">
          <a:xfrm>
            <a:off x="398463" y="1841500"/>
            <a:ext cx="8307387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b="1" dirty="0">
                <a:solidFill>
                  <a:srgbClr val="C0000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Finite Automata is represented by –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endParaRPr lang="en-US" b="1" dirty="0">
              <a:solidFill>
                <a:srgbClr val="C0000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  <a:p>
            <a:pPr marL="2114550" lvl="3" indent="-514350" algn="just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Transition Graph</a:t>
            </a:r>
          </a:p>
          <a:p>
            <a:pPr marL="2114550" lvl="3" indent="-514350" algn="just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Transition Table</a:t>
            </a:r>
          </a:p>
          <a:p>
            <a:pPr marL="2114550" lvl="3" indent="-514350" algn="just">
              <a:lnSpc>
                <a:spcPct val="10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Regular Expression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322263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en-US" sz="3200" b="1">
                <a:solidFill>
                  <a:srgbClr val="0070C0"/>
                </a:solidFill>
                <a:latin typeface="Comic Sans MS" panose="030F0702030302020204" pitchFamily="66" charset="0"/>
              </a:rPr>
              <a:t>Representation of Finite Automata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BD5351A-C88C-4166-ABD7-02311D1ED743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D97B6CD9-F52C-4D45-8E4F-4BF4D3931742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5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12738"/>
            <a:ext cx="7886700" cy="831850"/>
          </a:xfrm>
        </p:spPr>
        <p:txBody>
          <a:bodyPr/>
          <a:lstStyle/>
          <a:p>
            <a:r>
              <a:rPr lang="en-US" sz="3200" b="1">
                <a:solidFill>
                  <a:srgbClr val="0070C0"/>
                </a:solidFill>
                <a:latin typeface="Comic Sans MS" panose="030F0702030302020204" pitchFamily="66" charset="0"/>
              </a:rPr>
              <a:t>Transition Graph</a:t>
            </a:r>
          </a:p>
        </p:txBody>
      </p:sp>
      <p:sp>
        <p:nvSpPr>
          <p:cNvPr id="51204" name="Text Box 27"/>
          <p:cNvSpPr txBox="1">
            <a:spLocks noChangeArrowheads="1"/>
          </p:cNvSpPr>
          <p:nvPr/>
        </p:nvSpPr>
        <p:spPr bwMode="auto">
          <a:xfrm>
            <a:off x="1219200" y="4343400"/>
            <a:ext cx="1250950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initial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state</a:t>
            </a:r>
          </a:p>
        </p:txBody>
      </p:sp>
      <p:sp>
        <p:nvSpPr>
          <p:cNvPr id="51205" name="Text Box 28"/>
          <p:cNvSpPr txBox="1">
            <a:spLocks noChangeArrowheads="1"/>
          </p:cNvSpPr>
          <p:nvPr/>
        </p:nvSpPr>
        <p:spPr bwMode="auto">
          <a:xfrm>
            <a:off x="6477000" y="4343400"/>
            <a:ext cx="223043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 accepting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 state</a:t>
            </a:r>
          </a:p>
        </p:txBody>
      </p:sp>
      <p:sp>
        <p:nvSpPr>
          <p:cNvPr id="51206" name="Line 31"/>
          <p:cNvSpPr>
            <a:spLocks noChangeShapeType="1"/>
          </p:cNvSpPr>
          <p:nvPr/>
        </p:nvSpPr>
        <p:spPr bwMode="auto">
          <a:xfrm flipV="1">
            <a:off x="3200400" y="4114800"/>
            <a:ext cx="0" cy="522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7" name="Line 32"/>
          <p:cNvSpPr>
            <a:spLocks noChangeShapeType="1"/>
          </p:cNvSpPr>
          <p:nvPr/>
        </p:nvSpPr>
        <p:spPr bwMode="auto">
          <a:xfrm flipV="1">
            <a:off x="5105400" y="3962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8" name="Text Box 33"/>
          <p:cNvSpPr txBox="1">
            <a:spLocks noChangeArrowheads="1"/>
          </p:cNvSpPr>
          <p:nvPr/>
        </p:nvSpPr>
        <p:spPr bwMode="auto">
          <a:xfrm>
            <a:off x="2601913" y="4914900"/>
            <a:ext cx="1196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state</a:t>
            </a:r>
          </a:p>
        </p:txBody>
      </p:sp>
      <p:sp>
        <p:nvSpPr>
          <p:cNvPr id="51209" name="Text Box 34"/>
          <p:cNvSpPr txBox="1">
            <a:spLocks noChangeArrowheads="1"/>
          </p:cNvSpPr>
          <p:nvPr/>
        </p:nvSpPr>
        <p:spPr bwMode="auto">
          <a:xfrm>
            <a:off x="3962400" y="5181600"/>
            <a:ext cx="2038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transition</a:t>
            </a:r>
          </a:p>
        </p:txBody>
      </p:sp>
      <p:sp>
        <p:nvSpPr>
          <p:cNvPr id="51210" name="Oval 70"/>
          <p:cNvSpPr>
            <a:spLocks noChangeArrowheads="1"/>
          </p:cNvSpPr>
          <p:nvPr/>
        </p:nvSpPr>
        <p:spPr bwMode="auto">
          <a:xfrm>
            <a:off x="16002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1211" name="Oval 71"/>
          <p:cNvSpPr>
            <a:spLocks noChangeArrowheads="1"/>
          </p:cNvSpPr>
          <p:nvPr/>
        </p:nvSpPr>
        <p:spPr bwMode="auto">
          <a:xfrm>
            <a:off x="41910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1212" name="Oval 72"/>
          <p:cNvSpPr>
            <a:spLocks noChangeArrowheads="1"/>
          </p:cNvSpPr>
          <p:nvPr/>
        </p:nvSpPr>
        <p:spPr bwMode="auto">
          <a:xfrm>
            <a:off x="54864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1213" name="Oval 73"/>
          <p:cNvSpPr>
            <a:spLocks noChangeArrowheads="1"/>
          </p:cNvSpPr>
          <p:nvPr/>
        </p:nvSpPr>
        <p:spPr bwMode="auto">
          <a:xfrm>
            <a:off x="68580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1214" name="Oval 74"/>
          <p:cNvSpPr>
            <a:spLocks noChangeArrowheads="1"/>
          </p:cNvSpPr>
          <p:nvPr/>
        </p:nvSpPr>
        <p:spPr bwMode="auto">
          <a:xfrm>
            <a:off x="6705600" y="34290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1215" name="Line 75"/>
          <p:cNvSpPr>
            <a:spLocks noChangeShapeType="1"/>
          </p:cNvSpPr>
          <p:nvPr/>
        </p:nvSpPr>
        <p:spPr bwMode="auto">
          <a:xfrm>
            <a:off x="9906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6" name="Line 76"/>
          <p:cNvSpPr>
            <a:spLocks noChangeShapeType="1"/>
          </p:cNvSpPr>
          <p:nvPr/>
        </p:nvSpPr>
        <p:spPr bwMode="auto">
          <a:xfrm>
            <a:off x="34290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7" name="Line 77"/>
          <p:cNvSpPr>
            <a:spLocks noChangeShapeType="1"/>
          </p:cNvSpPr>
          <p:nvPr/>
        </p:nvSpPr>
        <p:spPr bwMode="auto">
          <a:xfrm>
            <a:off x="47244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Line 78"/>
          <p:cNvSpPr>
            <a:spLocks noChangeShapeType="1"/>
          </p:cNvSpPr>
          <p:nvPr/>
        </p:nvSpPr>
        <p:spPr bwMode="auto">
          <a:xfrm>
            <a:off x="6019800" y="3886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19" name="Object 79"/>
          <p:cNvGraphicFramePr>
            <a:graphicFrameLocks noChangeAspect="1"/>
          </p:cNvGraphicFramePr>
          <p:nvPr/>
        </p:nvGraphicFramePr>
        <p:xfrm>
          <a:off x="1676400" y="3581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1219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581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0" name="Oval 80"/>
          <p:cNvSpPr>
            <a:spLocks noChangeArrowheads="1"/>
          </p:cNvSpPr>
          <p:nvPr/>
        </p:nvSpPr>
        <p:spPr bwMode="auto">
          <a:xfrm>
            <a:off x="28956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1221" name="Object 81"/>
          <p:cNvGraphicFramePr>
            <a:graphicFrameLocks noChangeAspect="1"/>
          </p:cNvGraphicFramePr>
          <p:nvPr/>
        </p:nvGraphicFramePr>
        <p:xfrm>
          <a:off x="3009900" y="35814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1221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35814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2" name="Object 82"/>
          <p:cNvGraphicFramePr>
            <a:graphicFrameLocks noChangeAspect="1"/>
          </p:cNvGraphicFramePr>
          <p:nvPr/>
        </p:nvGraphicFramePr>
        <p:xfrm>
          <a:off x="4279900" y="3581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1222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900" y="3581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3" name="Object 83"/>
          <p:cNvGraphicFramePr>
            <a:graphicFrameLocks noChangeAspect="1"/>
          </p:cNvGraphicFramePr>
          <p:nvPr/>
        </p:nvGraphicFramePr>
        <p:xfrm>
          <a:off x="5575300" y="3581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1223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5300" y="3581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4" name="Object 84"/>
          <p:cNvGraphicFramePr>
            <a:graphicFrameLocks noChangeAspect="1"/>
          </p:cNvGraphicFramePr>
          <p:nvPr/>
        </p:nvGraphicFramePr>
        <p:xfrm>
          <a:off x="6934200" y="3581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1224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581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5" name="Line 85"/>
          <p:cNvSpPr>
            <a:spLocks noChangeShapeType="1"/>
          </p:cNvSpPr>
          <p:nvPr/>
        </p:nvSpPr>
        <p:spPr bwMode="auto">
          <a:xfrm>
            <a:off x="21336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6" name="Object 86"/>
          <p:cNvGraphicFramePr>
            <a:graphicFrameLocks noChangeAspect="1"/>
          </p:cNvGraphicFramePr>
          <p:nvPr/>
        </p:nvGraphicFramePr>
        <p:xfrm>
          <a:off x="2362200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122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7" name="Object 87"/>
          <p:cNvGraphicFramePr>
            <a:graphicFrameLocks noChangeAspect="1"/>
          </p:cNvGraphicFramePr>
          <p:nvPr/>
        </p:nvGraphicFramePr>
        <p:xfrm>
          <a:off x="3657600" y="3505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1227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505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8" name="Object 88"/>
          <p:cNvGraphicFramePr>
            <a:graphicFrameLocks noChangeAspect="1"/>
          </p:cNvGraphicFramePr>
          <p:nvPr/>
        </p:nvGraphicFramePr>
        <p:xfrm>
          <a:off x="4953000" y="3505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1228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505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9" name="Object 89"/>
          <p:cNvGraphicFramePr>
            <a:graphicFrameLocks noChangeAspect="1"/>
          </p:cNvGraphicFramePr>
          <p:nvPr/>
        </p:nvGraphicFramePr>
        <p:xfrm>
          <a:off x="6248400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1229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0" name="Oval 90"/>
          <p:cNvSpPr>
            <a:spLocks noChangeArrowheads="1"/>
          </p:cNvSpPr>
          <p:nvPr/>
        </p:nvSpPr>
        <p:spPr bwMode="auto">
          <a:xfrm>
            <a:off x="6261100" y="2298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1231" name="Object 91"/>
          <p:cNvGraphicFramePr>
            <a:graphicFrameLocks noChangeAspect="1"/>
          </p:cNvGraphicFramePr>
          <p:nvPr/>
        </p:nvGraphicFramePr>
        <p:xfrm>
          <a:off x="6337300" y="22987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1231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2987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2" name="Object 92"/>
          <p:cNvGraphicFramePr>
            <a:graphicFrameLocks noChangeAspect="1"/>
          </p:cNvGraphicFramePr>
          <p:nvPr/>
        </p:nvGraphicFramePr>
        <p:xfrm>
          <a:off x="3200400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1232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3" name="Object 93"/>
          <p:cNvGraphicFramePr>
            <a:graphicFrameLocks noChangeAspect="1"/>
          </p:cNvGraphicFramePr>
          <p:nvPr/>
        </p:nvGraphicFramePr>
        <p:xfrm>
          <a:off x="4419600" y="3200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1233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200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4" name="Object 94"/>
          <p:cNvGraphicFramePr>
            <a:graphicFrameLocks noChangeAspect="1"/>
          </p:cNvGraphicFramePr>
          <p:nvPr/>
        </p:nvGraphicFramePr>
        <p:xfrm>
          <a:off x="5715000" y="3124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1234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124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5" name="Object 95"/>
          <p:cNvGraphicFramePr>
            <a:graphicFrameLocks noChangeAspect="1"/>
          </p:cNvGraphicFramePr>
          <p:nvPr/>
        </p:nvGraphicFramePr>
        <p:xfrm>
          <a:off x="1828800" y="3048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1235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048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6" name="Freeform 96"/>
          <p:cNvSpPr>
            <a:spLocks/>
          </p:cNvSpPr>
          <p:nvPr/>
        </p:nvSpPr>
        <p:spPr bwMode="auto">
          <a:xfrm>
            <a:off x="6096000" y="15240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37" name="Object 97"/>
          <p:cNvGraphicFramePr>
            <a:graphicFrameLocks noChangeAspect="1"/>
          </p:cNvGraphicFramePr>
          <p:nvPr/>
        </p:nvGraphicFramePr>
        <p:xfrm>
          <a:off x="6108700" y="10795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1237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10795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8" name="Line 98"/>
          <p:cNvSpPr>
            <a:spLocks noChangeShapeType="1"/>
          </p:cNvSpPr>
          <p:nvPr/>
        </p:nvSpPr>
        <p:spPr bwMode="auto">
          <a:xfrm flipV="1">
            <a:off x="5867400" y="2819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39" name="Freeform 99"/>
          <p:cNvSpPr>
            <a:spLocks/>
          </p:cNvSpPr>
          <p:nvPr/>
        </p:nvSpPr>
        <p:spPr bwMode="auto">
          <a:xfrm>
            <a:off x="4572000" y="26670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0" name="Freeform 100"/>
          <p:cNvSpPr>
            <a:spLocks/>
          </p:cNvSpPr>
          <p:nvPr/>
        </p:nvSpPr>
        <p:spPr bwMode="auto">
          <a:xfrm>
            <a:off x="3276600" y="24765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1" name="Freeform 101"/>
          <p:cNvSpPr>
            <a:spLocks/>
          </p:cNvSpPr>
          <p:nvPr/>
        </p:nvSpPr>
        <p:spPr bwMode="auto">
          <a:xfrm>
            <a:off x="1981200" y="18542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242" name="Group 103"/>
          <p:cNvGrpSpPr>
            <a:grpSpLocks/>
          </p:cNvGrpSpPr>
          <p:nvPr/>
        </p:nvGrpSpPr>
        <p:grpSpPr bwMode="auto">
          <a:xfrm>
            <a:off x="6629400" y="2819400"/>
            <a:ext cx="900113" cy="609600"/>
            <a:chOff x="4224" y="1824"/>
            <a:chExt cx="567" cy="384"/>
          </a:xfrm>
        </p:grpSpPr>
        <p:graphicFrame>
          <p:nvGraphicFramePr>
            <p:cNvPr id="51247" name="Object 10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51247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48" name="Line 10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43" name="Line 31"/>
          <p:cNvSpPr>
            <a:spLocks noChangeShapeType="1"/>
          </p:cNvSpPr>
          <p:nvPr/>
        </p:nvSpPr>
        <p:spPr bwMode="auto">
          <a:xfrm flipV="1">
            <a:off x="1862138" y="4114800"/>
            <a:ext cx="0" cy="522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44" name="Line 31"/>
          <p:cNvSpPr>
            <a:spLocks noChangeShapeType="1"/>
          </p:cNvSpPr>
          <p:nvPr/>
        </p:nvSpPr>
        <p:spPr bwMode="auto">
          <a:xfrm flipV="1">
            <a:off x="7216775" y="4267200"/>
            <a:ext cx="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3743116-E501-4BB5-9380-923552F86070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F6890E6-9D03-48D7-8895-92F550025F3A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6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63" y="15875"/>
            <a:ext cx="7886700" cy="831850"/>
          </a:xfrm>
        </p:spPr>
        <p:txBody>
          <a:bodyPr/>
          <a:lstStyle/>
          <a:p>
            <a:r>
              <a:rPr lang="en-US" sz="3200" b="1">
                <a:solidFill>
                  <a:schemeClr val="accent2"/>
                </a:solidFill>
                <a:latin typeface="Comic Sans MS" panose="030F0702030302020204" pitchFamily="66" charset="0"/>
              </a:rPr>
              <a:t>Initial Configuration</a:t>
            </a:r>
          </a:p>
        </p:txBody>
      </p:sp>
      <p:sp>
        <p:nvSpPr>
          <p:cNvPr id="52228" name="Oval 5"/>
          <p:cNvSpPr>
            <a:spLocks noChangeArrowheads="1"/>
          </p:cNvSpPr>
          <p:nvPr/>
        </p:nvSpPr>
        <p:spPr bwMode="auto">
          <a:xfrm>
            <a:off x="1443038" y="4879975"/>
            <a:ext cx="530225" cy="530225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2229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2230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2231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2232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2233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2238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69696" progId="Equation.3">
                  <p:embed/>
                </p:oleObj>
              </mc:Choice>
              <mc:Fallback>
                <p:oleObj name="Equation" r:id="rId2" imgW="342751" imgH="469696" progId="Equation.3">
                  <p:embed/>
                  <p:pic>
                    <p:nvPicPr>
                      <p:cNvPr id="5223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9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5223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0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224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9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5224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43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5224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4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5224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5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224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6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5224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Oval 31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2248" name="Object 32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469696" progId="Equation.3">
                  <p:embed/>
                </p:oleObj>
              </mc:Choice>
              <mc:Fallback>
                <p:oleObj name="Equation" r:id="rId16" imgW="406224" imgH="469696" progId="Equation.3">
                  <p:embed/>
                  <p:pic>
                    <p:nvPicPr>
                      <p:cNvPr id="5224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9" name="Object 33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5224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0" name="Object 34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5225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1" name="Object 35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52251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2" name="Object 36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52252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3" name="Freeform 37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54" name="Object 38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5225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5" name="Line 39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6" name="Freeform 40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7" name="Freeform 41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8" name="Freeform 42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9" name="Rectangle 44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2260" name="Text Box 46"/>
          <p:cNvSpPr txBox="1">
            <a:spLocks noChangeArrowheads="1"/>
          </p:cNvSpPr>
          <p:nvPr/>
        </p:nvSpPr>
        <p:spPr bwMode="auto">
          <a:xfrm>
            <a:off x="3124200" y="838200"/>
            <a:ext cx="2574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Input String</a:t>
            </a:r>
          </a:p>
        </p:txBody>
      </p:sp>
      <p:sp>
        <p:nvSpPr>
          <p:cNvPr id="52261" name="Line 4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62" name="Line 4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63" name="Line 49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64" name="Line 50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65" name="Object 5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52265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6" name="Object 5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52266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7" name="Object 54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9279" imgH="380835" progId="Equation.3">
                  <p:embed/>
                </p:oleObj>
              </mc:Choice>
              <mc:Fallback>
                <p:oleObj name="Equation" r:id="rId26" imgW="279279" imgH="380835" progId="Equation.3">
                  <p:embed/>
                  <p:pic>
                    <p:nvPicPr>
                      <p:cNvPr id="52267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8" name="Object 55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66584" imgH="279279" progId="Equation.3">
                  <p:embed/>
                </p:oleObj>
              </mc:Choice>
              <mc:Fallback>
                <p:oleObj name="Equation" r:id="rId27" imgW="266584" imgH="279279" progId="Equation.3">
                  <p:embed/>
                  <p:pic>
                    <p:nvPicPr>
                      <p:cNvPr id="52268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9" name="Line 56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70" name="Line 60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71" name="Group 63"/>
          <p:cNvGrpSpPr>
            <a:grpSpLocks/>
          </p:cNvGrpSpPr>
          <p:nvPr/>
        </p:nvGrpSpPr>
        <p:grpSpPr bwMode="auto">
          <a:xfrm>
            <a:off x="6477000" y="4114800"/>
            <a:ext cx="900113" cy="609600"/>
            <a:chOff x="4224" y="1824"/>
            <a:chExt cx="567" cy="384"/>
          </a:xfrm>
        </p:grpSpPr>
        <p:graphicFrame>
          <p:nvGraphicFramePr>
            <p:cNvPr id="52275" name="Object 6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72808" imgH="444307" progId="Equation.3">
                    <p:embed/>
                  </p:oleObj>
                </mc:Choice>
                <mc:Fallback>
                  <p:oleObj name="Equation" r:id="rId28" imgW="672808" imgH="444307" progId="Equation.3">
                    <p:embed/>
                    <p:pic>
                      <p:nvPicPr>
                        <p:cNvPr id="52275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76" name="Line 6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2272" name="Object 68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19100" imgH="469900" progId="Equation.3">
                  <p:embed/>
                </p:oleObj>
              </mc:Choice>
              <mc:Fallback>
                <p:oleObj name="Equation" r:id="rId29" imgW="419100" imgH="469900" progId="Equation.3">
                  <p:embed/>
                  <p:pic>
                    <p:nvPicPr>
                      <p:cNvPr id="52272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169EF8A-28A5-40B4-B6FD-D8C9A219F8F7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E617666-52C5-4704-B47D-A4914A640602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7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12738"/>
            <a:ext cx="7886700" cy="831850"/>
          </a:xfrm>
        </p:spPr>
        <p:txBody>
          <a:bodyPr/>
          <a:lstStyle/>
          <a:p>
            <a:r>
              <a:rPr lang="en-US" sz="3200">
                <a:solidFill>
                  <a:schemeClr val="accent1"/>
                </a:solidFill>
                <a:latin typeface="Comic Sans MS" panose="030F0702030302020204" pitchFamily="66" charset="0"/>
              </a:rPr>
              <a:t>Reading the Input</a:t>
            </a:r>
          </a:p>
        </p:txBody>
      </p:sp>
      <p:sp>
        <p:nvSpPr>
          <p:cNvPr id="53252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3253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3254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3255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3256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61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32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2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3263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32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4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32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5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326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6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326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7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68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326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9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326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0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327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1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327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2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3273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327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4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327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5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327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6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327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77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327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78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79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3279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80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1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2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3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4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3285" name="Line 40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6" name="Line 41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7" name="Line 42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88" name="Line 43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3289" name="Object 4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53289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90" name="Object 45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5329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91" name="Object 4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5329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92" name="Object 47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5329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93" name="Line 48"/>
          <p:cNvSpPr>
            <a:spLocks noChangeShapeType="1"/>
          </p:cNvSpPr>
          <p:nvPr/>
        </p:nvSpPr>
        <p:spPr bwMode="auto">
          <a:xfrm>
            <a:off x="2667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94" name="Line 51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3295" name="Group 55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53298" name="Object 5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53298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99" name="Line 5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9203A22-788A-4346-912A-C1A886002C59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F0706F9-4EAD-4C63-AB43-4FE4790DDCB9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8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4275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4276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4277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4278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4279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4280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1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2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84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428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4286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428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7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428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8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428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9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428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0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91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429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2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429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3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429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4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429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5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4296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429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7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429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8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429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9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429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0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430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1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02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430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3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4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5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6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7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4308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9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0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1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12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54312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3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54313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4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54314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15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54315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16" name="Line 47"/>
          <p:cNvSpPr>
            <a:spLocks noChangeShapeType="1"/>
          </p:cNvSpPr>
          <p:nvPr/>
        </p:nvSpPr>
        <p:spPr bwMode="auto">
          <a:xfrm>
            <a:off x="3962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17" name="Line 50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4318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54321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54321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22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CDA7984-31DB-403A-836D-A08C285A8AC4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AB772204-FF79-41D0-81D7-26FEEFF801DE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9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5299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5300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5301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5302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5303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5304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7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5308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530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9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5310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531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1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531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2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531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3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531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4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5315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531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6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531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7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531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18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531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9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5320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532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1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532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2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532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3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532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4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532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5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5326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532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27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8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9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30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31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5332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33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34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35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5336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55336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37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55337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38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55338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39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55339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40" name="Line 47"/>
          <p:cNvSpPr>
            <a:spLocks noChangeShapeType="1"/>
          </p:cNvSpPr>
          <p:nvPr/>
        </p:nvSpPr>
        <p:spPr bwMode="auto">
          <a:xfrm>
            <a:off x="52578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41" name="Line 50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5342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55345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55345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346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29450B3-2F63-453E-8E4A-B9A42F35C14C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D23EEFD-573D-488D-8B6D-6A8E123D37CB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10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6323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6324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6325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6326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6327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6328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29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0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1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32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633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3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6334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633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5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633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6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633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37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633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8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39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633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0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634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1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634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2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634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3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6344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634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5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634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6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634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7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634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48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634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49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50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635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51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2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3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4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5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6356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7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8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59" name="Line 42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60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5636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61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5636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62" name="Object 45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56362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63" name="Object 46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56363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64" name="Line 47"/>
          <p:cNvSpPr>
            <a:spLocks noChangeShapeType="1"/>
          </p:cNvSpPr>
          <p:nvPr/>
        </p:nvSpPr>
        <p:spPr bwMode="auto">
          <a:xfrm>
            <a:off x="6629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65" name="Line 50"/>
          <p:cNvSpPr>
            <a:spLocks noChangeShapeType="1"/>
          </p:cNvSpPr>
          <p:nvPr/>
        </p:nvSpPr>
        <p:spPr bwMode="auto">
          <a:xfrm>
            <a:off x="2590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6366" name="Group 5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56369" name="Object 5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56369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70" name="Line 5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0450BA3-DA2B-45DB-B04C-FFB67F272353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9951EA9-63FF-4A8C-8C9D-B9E06D54294E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11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7347" name="Oval 2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7348" name="Oval 3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7349" name="Oval 4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7350" name="Oval 5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7351" name="Oval 6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7352" name="Line 7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Line 8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Line 9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5" name="Line 10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56" name="Object 11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735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7" name="Oval 12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7358" name="Object 13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735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9" name="Object 14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735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0" name="Object 15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736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1" name="Object 16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736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2" name="Line 17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63" name="Object 18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736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4" name="Object 19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736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5" name="Object 20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736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6" name="Object 21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736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7" name="Text Box 22"/>
          <p:cNvSpPr txBox="1">
            <a:spLocks noChangeArrowheads="1"/>
          </p:cNvSpPr>
          <p:nvPr/>
        </p:nvSpPr>
        <p:spPr bwMode="auto">
          <a:xfrm>
            <a:off x="7486650" y="5562600"/>
            <a:ext cx="1443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accept</a:t>
            </a:r>
          </a:p>
        </p:txBody>
      </p:sp>
      <p:sp>
        <p:nvSpPr>
          <p:cNvPr id="57368" name="Oval 23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7369" name="Object 24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736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0" name="Object 25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737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1" name="Object 26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737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2" name="Object 27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737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3" name="Object 28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737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4" name="Freeform 29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75" name="Object 30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737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6" name="Line 31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77" name="Freeform 32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78" name="Freeform 33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79" name="Freeform 34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80" name="Rectangle 35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7381" name="Line 36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82" name="Line 37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83" name="Line 38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84" name="Line 39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85" name="Object 40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57385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86" name="Object 41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57386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87" name="Object 42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279" imgH="380835" progId="Equation.3">
                  <p:embed/>
                </p:oleObj>
              </mc:Choice>
              <mc:Fallback>
                <p:oleObj name="Equation" r:id="rId28" imgW="279279" imgH="380835" progId="Equation.3">
                  <p:embed/>
                  <p:pic>
                    <p:nvPicPr>
                      <p:cNvPr id="5738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88" name="Object 43"/>
          <p:cNvGraphicFramePr>
            <a:graphicFrameLocks noChangeAspect="1"/>
          </p:cNvGraphicFramePr>
          <p:nvPr/>
        </p:nvGraphicFramePr>
        <p:xfrm>
          <a:off x="24384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66584" imgH="279279" progId="Equation.3">
                  <p:embed/>
                </p:oleObj>
              </mc:Choice>
              <mc:Fallback>
                <p:oleObj name="Equation" r:id="rId29" imgW="266584" imgH="279279" progId="Equation.3">
                  <p:embed/>
                  <p:pic>
                    <p:nvPicPr>
                      <p:cNvPr id="5738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89" name="Line 44"/>
          <p:cNvSpPr>
            <a:spLocks noChangeShapeType="1"/>
          </p:cNvSpPr>
          <p:nvPr/>
        </p:nvSpPr>
        <p:spPr bwMode="auto">
          <a:xfrm>
            <a:off x="6629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90" name="Line 45"/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391" name="Group 46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57395" name="Object 4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57395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96" name="Line 4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7392" name="Text Box 49"/>
          <p:cNvSpPr txBox="1">
            <a:spLocks noChangeArrowheads="1"/>
          </p:cNvSpPr>
          <p:nvPr/>
        </p:nvSpPr>
        <p:spPr bwMode="auto">
          <a:xfrm>
            <a:off x="17526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3200">
                <a:solidFill>
                  <a:schemeClr val="accent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Input finished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5760928-50F1-4C6C-93F3-371239C71DD1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87B30C4-4720-44A9-8386-88ED01545BCE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12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12738"/>
            <a:ext cx="7886700" cy="831850"/>
          </a:xfrm>
        </p:spPr>
        <p:txBody>
          <a:bodyPr/>
          <a:lstStyle/>
          <a:p>
            <a:r>
              <a:rPr lang="en-US" sz="3200" b="1">
                <a:solidFill>
                  <a:schemeClr val="accent2"/>
                </a:solidFill>
                <a:latin typeface="Comic Sans MS" panose="030F0702030302020204" pitchFamily="66" charset="0"/>
              </a:rPr>
              <a:t>Rejection</a:t>
            </a:r>
          </a:p>
        </p:txBody>
      </p:sp>
      <p:sp>
        <p:nvSpPr>
          <p:cNvPr id="58372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8373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8374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8375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8376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1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8382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69696" progId="Equation.3">
                  <p:embed/>
                </p:oleObj>
              </mc:Choice>
              <mc:Fallback>
                <p:oleObj name="Equation" r:id="rId2" imgW="342751" imgH="469696" progId="Equation.3">
                  <p:embed/>
                  <p:pic>
                    <p:nvPicPr>
                      <p:cNvPr id="5838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3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5838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4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838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5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5838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6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87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5838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8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5838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9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838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0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5839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1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8392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469696" progId="Equation.3">
                  <p:embed/>
                </p:oleObj>
              </mc:Choice>
              <mc:Fallback>
                <p:oleObj name="Equation" r:id="rId16" imgW="406224" imgH="469696" progId="Equation.3">
                  <p:embed/>
                  <p:pic>
                    <p:nvPicPr>
                      <p:cNvPr id="5839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3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5839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4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5839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5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5839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6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5839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7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398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5839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99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0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1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2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3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8404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5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406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8407" name="Object 43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58407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08" name="Object 44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58408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09" name="Object 45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58409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410" name="Line 47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8411" name="Group 51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58415" name="Object 52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72808" imgH="444307" progId="Equation.3">
                    <p:embed/>
                  </p:oleObj>
                </mc:Choice>
                <mc:Fallback>
                  <p:oleObj name="Equation" r:id="rId27" imgW="672808" imgH="444307" progId="Equation.3">
                    <p:embed/>
                    <p:pic>
                      <p:nvPicPr>
                        <p:cNvPr id="58415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416" name="Line 53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8412" name="Object 55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19100" imgH="469900" progId="Equation.3">
                  <p:embed/>
                </p:oleObj>
              </mc:Choice>
              <mc:Fallback>
                <p:oleObj name="Equation" r:id="rId28" imgW="419100" imgH="469900" progId="Equation.3">
                  <p:embed/>
                  <p:pic>
                    <p:nvPicPr>
                      <p:cNvPr id="58412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EAECBB0-91A7-4307-8FE2-DB6376A0DCD2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30117C9-C6B9-4428-9042-6B52D10403D8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13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9395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9396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9397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9398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9399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9400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1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2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04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940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5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9406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940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7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940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8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940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9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940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0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11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941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2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941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3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941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4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941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5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59416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941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7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941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8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941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9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941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20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942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1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22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9422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3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4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5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6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7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59428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9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30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31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59431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2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59432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3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6584" imgH="279279" progId="Equation.3">
                  <p:embed/>
                </p:oleObj>
              </mc:Choice>
              <mc:Fallback>
                <p:oleObj name="Equation" r:id="rId28" imgW="266584" imgH="279279" progId="Equation.3">
                  <p:embed/>
                  <p:pic>
                    <p:nvPicPr>
                      <p:cNvPr id="59433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34" name="Line 45"/>
          <p:cNvSpPr>
            <a:spLocks noChangeShapeType="1"/>
          </p:cNvSpPr>
          <p:nvPr/>
        </p:nvSpPr>
        <p:spPr bwMode="auto">
          <a:xfrm>
            <a:off x="2667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35" name="Line 48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9436" name="Group 4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59439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672808" imgH="444307" progId="Equation.3">
                    <p:embed/>
                  </p:oleObj>
                </mc:Choice>
                <mc:Fallback>
                  <p:oleObj name="Equation" r:id="rId29" imgW="672808" imgH="444307" progId="Equation.3">
                    <p:embed/>
                    <p:pic>
                      <p:nvPicPr>
                        <p:cNvPr id="59439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440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E57BD83-C979-4B99-BF17-7E73F2F0662F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80645E3-1BDE-43B7-A345-BC862B290CDE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14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0419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0420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0421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0422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0423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0424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5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6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7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28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6042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9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0430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6043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1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6043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2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6043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3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6043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4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35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6043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6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6043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7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6043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8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043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9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0440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6044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1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6044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2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6044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3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6044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6044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5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46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6044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7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48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49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50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51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0452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53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54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55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60455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56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60456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57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6584" imgH="279279" progId="Equation.3">
                  <p:embed/>
                </p:oleObj>
              </mc:Choice>
              <mc:Fallback>
                <p:oleObj name="Equation" r:id="rId28" imgW="266584" imgH="279279" progId="Equation.3">
                  <p:embed/>
                  <p:pic>
                    <p:nvPicPr>
                      <p:cNvPr id="60457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58" name="Line 45"/>
          <p:cNvSpPr>
            <a:spLocks noChangeShapeType="1"/>
          </p:cNvSpPr>
          <p:nvPr/>
        </p:nvSpPr>
        <p:spPr bwMode="auto">
          <a:xfrm>
            <a:off x="3962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59" name="Line 48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0460" name="Group 4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60463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672808" imgH="444307" progId="Equation.3">
                    <p:embed/>
                  </p:oleObj>
                </mc:Choice>
                <mc:Fallback>
                  <p:oleObj name="Equation" r:id="rId29" imgW="672808" imgH="444307" progId="Equation.3">
                    <p:embed/>
                    <p:pic>
                      <p:nvPicPr>
                        <p:cNvPr id="60463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64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1B33540-EC83-4573-B6D0-34A2D39EDDF7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7A8AC90B-0FE2-4C22-8033-D2B2371AB384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15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1443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1444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1445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1446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1447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1448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9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0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1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52" name="Object 13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6145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3" name="Oval 14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1454" name="Object 15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6145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5" name="Object 16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6145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6" name="Object 17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6145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7" name="Object 18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6145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8" name="Line 19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59" name="Object 20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6145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0" name="Object 21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6146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1" name="Object 22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6146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2" name="Object 23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146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3" name="Oval 25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1464" name="Object 26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6146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5" name="Object 27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6146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6" name="Object 28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6146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7" name="Object 29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61467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8" name="Object 30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6146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69" name="Freeform 31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70" name="Object 32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6147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1" name="Line 33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2" name="Freeform 34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3" name="Freeform 35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4" name="Freeform 36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5" name="Rectangle 3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1476" name="Line 3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7" name="Line 4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8" name="Line 4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79" name="Object 4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61479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0" name="Object 43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6148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1" name="Object 44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6584" imgH="279279" progId="Equation.3">
                  <p:embed/>
                </p:oleObj>
              </mc:Choice>
              <mc:Fallback>
                <p:oleObj name="Equation" r:id="rId28" imgW="266584" imgH="279279" progId="Equation.3">
                  <p:embed/>
                  <p:pic>
                    <p:nvPicPr>
                      <p:cNvPr id="6148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2" name="Line 45"/>
          <p:cNvSpPr>
            <a:spLocks noChangeShapeType="1"/>
          </p:cNvSpPr>
          <p:nvPr/>
        </p:nvSpPr>
        <p:spPr bwMode="auto">
          <a:xfrm>
            <a:off x="6019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3" name="Line 48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484" name="Group 50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61487" name="Object 5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672808" imgH="444307" progId="Equation.3">
                    <p:embed/>
                  </p:oleObj>
                </mc:Choice>
                <mc:Fallback>
                  <p:oleObj name="Equation" r:id="rId29" imgW="672808" imgH="444307" progId="Equation.3">
                    <p:embed/>
                    <p:pic>
                      <p:nvPicPr>
                        <p:cNvPr id="61487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88" name="Line 5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C603164-AF26-47A2-8C32-C08C8853BF50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691A2A5-96E9-490C-858F-F4DF1FA4AA03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16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2467" name="Oval 3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2468" name="Oval 4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2469" name="Oval 5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2470" name="Oval 6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2471" name="Oval 7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2472" name="Line 8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3" name="Line 9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4" name="Line 10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5" name="Line 11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76" name="Object 12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624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77" name="Oval 13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2478" name="Object 14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624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15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624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0" name="Object 16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624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1" name="Object 17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624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2" name="Line 18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83" name="Object 19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6248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4" name="Object 20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6248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5" name="Object 21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624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6" name="Object 22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24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7" name="Oval 23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2488" name="Object 24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6248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9" name="Object 25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6248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0" name="Object 26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6249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1" name="Object 27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6249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2" name="Object 28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6249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3" name="Freeform 29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494" name="Object 30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6249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5" name="Line 31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96" name="Freeform 32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97" name="Freeform 33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98" name="Freeform 34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99" name="Text Box 35"/>
          <p:cNvSpPr txBox="1">
            <a:spLocks noChangeArrowheads="1"/>
          </p:cNvSpPr>
          <p:nvPr/>
        </p:nvSpPr>
        <p:spPr bwMode="auto">
          <a:xfrm>
            <a:off x="6781800" y="3124200"/>
            <a:ext cx="1389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reject</a:t>
            </a:r>
          </a:p>
        </p:txBody>
      </p:sp>
      <p:sp>
        <p:nvSpPr>
          <p:cNvPr id="62500" name="Rectangle 3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2501" name="Line 3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02" name="Line 3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03" name="Line 39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2504" name="Object 40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6584" imgH="279279" progId="Equation.3">
                  <p:embed/>
                </p:oleObj>
              </mc:Choice>
              <mc:Fallback>
                <p:oleObj name="Equation" r:id="rId26" imgW="266584" imgH="279279" progId="Equation.3">
                  <p:embed/>
                  <p:pic>
                    <p:nvPicPr>
                      <p:cNvPr id="62504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05" name="Object 41"/>
          <p:cNvGraphicFramePr>
            <a:graphicFrameLocks noChangeAspect="1"/>
          </p:cNvGraphicFramePr>
          <p:nvPr/>
        </p:nvGraphicFramePr>
        <p:xfrm>
          <a:off x="1371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62505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506" name="Object 42"/>
          <p:cNvGraphicFramePr>
            <a:graphicFrameLocks noChangeAspect="1"/>
          </p:cNvGraphicFramePr>
          <p:nvPr/>
        </p:nvGraphicFramePr>
        <p:xfrm>
          <a:off x="1911350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66584" imgH="279279" progId="Equation.3">
                  <p:embed/>
                </p:oleObj>
              </mc:Choice>
              <mc:Fallback>
                <p:oleObj name="Equation" r:id="rId28" imgW="266584" imgH="279279" progId="Equation.3">
                  <p:embed/>
                  <p:pic>
                    <p:nvPicPr>
                      <p:cNvPr id="62506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507" name="Line 43"/>
          <p:cNvSpPr>
            <a:spLocks noChangeShapeType="1"/>
          </p:cNvSpPr>
          <p:nvPr/>
        </p:nvSpPr>
        <p:spPr bwMode="auto">
          <a:xfrm>
            <a:off x="6019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508" name="Line 44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2509" name="Group 45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62513" name="Object 4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672808" imgH="444307" progId="Equation.3">
                    <p:embed/>
                  </p:oleObj>
                </mc:Choice>
                <mc:Fallback>
                  <p:oleObj name="Equation" r:id="rId29" imgW="672808" imgH="444307" progId="Equation.3">
                    <p:embed/>
                    <p:pic>
                      <p:nvPicPr>
                        <p:cNvPr id="62513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514" name="Line 4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2510" name="Text Box 48"/>
          <p:cNvSpPr txBox="1">
            <a:spLocks noChangeArrowheads="1"/>
          </p:cNvSpPr>
          <p:nvPr/>
        </p:nvSpPr>
        <p:spPr bwMode="auto">
          <a:xfrm>
            <a:off x="11430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3200">
                <a:solidFill>
                  <a:schemeClr val="accent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Input finished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32B24268-E98A-4C60-96F4-0559F5D81851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89D16E3F-3382-4A34-B15F-786D985D3340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17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12738"/>
            <a:ext cx="7886700" cy="831850"/>
          </a:xfrm>
        </p:spPr>
        <p:txBody>
          <a:bodyPr/>
          <a:lstStyle/>
          <a:p>
            <a:r>
              <a:rPr lang="en-US" sz="3200" b="1">
                <a:solidFill>
                  <a:schemeClr val="accent2"/>
                </a:solidFill>
                <a:latin typeface="Comic Sans MS" panose="030F0702030302020204" pitchFamily="66" charset="0"/>
              </a:rPr>
              <a:t>Another Rejection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06513"/>
            <a:ext cx="7886700" cy="38798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</a:t>
            </a:r>
          </a:p>
        </p:txBody>
      </p:sp>
      <p:sp>
        <p:nvSpPr>
          <p:cNvPr id="63493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3494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3495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3496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3497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3498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9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0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1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2" name="Oval 13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3503" name="Object 14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69696" progId="Equation.3">
                  <p:embed/>
                </p:oleObj>
              </mc:Choice>
              <mc:Fallback>
                <p:oleObj name="Equation" r:id="rId2" imgW="342751" imgH="469696" progId="Equation.3">
                  <p:embed/>
                  <p:pic>
                    <p:nvPicPr>
                      <p:cNvPr id="6350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4" name="Object 15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6350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5" name="Object 16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6350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6" name="Object 17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6350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7" name="Line 18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3508" name="Object 19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350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9" name="Object 20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63509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0" name="Object 21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6351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1" name="Object 22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6351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2" name="Oval 23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3513" name="Object 24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469696" progId="Equation.3">
                  <p:embed/>
                </p:oleObj>
              </mc:Choice>
              <mc:Fallback>
                <p:oleObj name="Equation" r:id="rId16" imgW="406224" imgH="469696" progId="Equation.3">
                  <p:embed/>
                  <p:pic>
                    <p:nvPicPr>
                      <p:cNvPr id="6351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4" name="Object 25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6351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5" name="Object 26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6351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6" name="Object 27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6351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17" name="Object 28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6351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18" name="Freeform 29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3519" name="Object 30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6351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20" name="Line 31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21" name="Freeform 32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22" name="Freeform 33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23" name="Freeform 34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24" name="Rectangle 35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3525" name="Line 42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26" name="Line 43"/>
          <p:cNvSpPr>
            <a:spLocks noChangeShapeType="1"/>
          </p:cNvSpPr>
          <p:nvPr/>
        </p:nvSpPr>
        <p:spPr bwMode="auto">
          <a:xfrm>
            <a:off x="533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3527" name="Group 44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63532" name="Object 4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72808" imgH="444307" progId="Equation.3">
                    <p:embed/>
                  </p:oleObj>
                </mc:Choice>
                <mc:Fallback>
                  <p:oleObj name="Equation" r:id="rId24" imgW="672808" imgH="444307" progId="Equation.3">
                    <p:embed/>
                    <p:pic>
                      <p:nvPicPr>
                        <p:cNvPr id="63532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33" name="Line 4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63528" name="Object 47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19100" imgH="469900" progId="Equation.3">
                  <p:embed/>
                </p:oleObj>
              </mc:Choice>
              <mc:Fallback>
                <p:oleObj name="Equation" r:id="rId25" imgW="419100" imgH="469900" progId="Equation.3">
                  <p:embed/>
                  <p:pic>
                    <p:nvPicPr>
                      <p:cNvPr id="6352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29" name="Object 48"/>
          <p:cNvGraphicFramePr>
            <a:graphicFrameLocks noChangeAspect="1"/>
          </p:cNvGraphicFramePr>
          <p:nvPr/>
        </p:nvGraphicFramePr>
        <p:xfrm>
          <a:off x="4343400" y="1447800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42751" progId="Equation.3">
                  <p:embed/>
                </p:oleObj>
              </mc:Choice>
              <mc:Fallback>
                <p:oleObj name="Equation" r:id="rId27" imgW="279279" imgH="342751" progId="Equation.3">
                  <p:embed/>
                  <p:pic>
                    <p:nvPicPr>
                      <p:cNvPr id="6352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447800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94C20F9-CFF5-44E5-B1D8-329E3DB36CB1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36BA16B4-4959-4F87-A0C7-1A6BFBF2BF3D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18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06513"/>
            <a:ext cx="7886700" cy="387985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</a:t>
            </a:r>
          </a:p>
        </p:txBody>
      </p:sp>
      <p:sp>
        <p:nvSpPr>
          <p:cNvPr id="64516" name="Oval 4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4517" name="Oval 5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4518" name="Oval 6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4519" name="Oval 7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4520" name="Oval 8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4521" name="Line 9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2" name="Line 10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3" name="Line 11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4" name="Line 12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5" name="Oval 13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4526" name="Object 14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2751" imgH="469696" progId="Equation.3">
                  <p:embed/>
                </p:oleObj>
              </mc:Choice>
              <mc:Fallback>
                <p:oleObj name="Equation" r:id="rId2" imgW="342751" imgH="469696" progId="Equation.3">
                  <p:embed/>
                  <p:pic>
                    <p:nvPicPr>
                      <p:cNvPr id="645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7" name="Object 15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6452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8" name="Object 16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645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29" name="Object 17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6452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0" name="Line 18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4531" name="Object 19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453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2" name="Object 20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6453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3" name="Object 21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6453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4" name="Object 22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6453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5" name="Oval 23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64536" name="Object 24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469696" progId="Equation.3">
                  <p:embed/>
                </p:oleObj>
              </mc:Choice>
              <mc:Fallback>
                <p:oleObj name="Equation" r:id="rId16" imgW="406224" imgH="469696" progId="Equation.3">
                  <p:embed/>
                  <p:pic>
                    <p:nvPicPr>
                      <p:cNvPr id="6453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7" name="Object 25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6453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8" name="Object 26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6453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9" name="Object 27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6453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0" name="Object 28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6454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41" name="Freeform 29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4542" name="Object 30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6454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43" name="Line 31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44" name="Freeform 32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45" name="Freeform 33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46" name="Freeform 34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47" name="Rectangle 35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4548" name="Line 36"/>
          <p:cNvSpPr>
            <a:spLocks noChangeShapeType="1"/>
          </p:cNvSpPr>
          <p:nvPr/>
        </p:nvSpPr>
        <p:spPr bwMode="auto">
          <a:xfrm>
            <a:off x="1371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49" name="Line 37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4550" name="Group 38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64556" name="Object 39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72808" imgH="444307" progId="Equation.3">
                    <p:embed/>
                  </p:oleObj>
                </mc:Choice>
                <mc:Fallback>
                  <p:oleObj name="Equation" r:id="rId24" imgW="672808" imgH="444307" progId="Equation.3">
                    <p:embed/>
                    <p:pic>
                      <p:nvPicPr>
                        <p:cNvPr id="64556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557" name="Line 40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64551" name="Object 41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19100" imgH="469900" progId="Equation.3">
                  <p:embed/>
                </p:oleObj>
              </mc:Choice>
              <mc:Fallback>
                <p:oleObj name="Equation" r:id="rId25" imgW="419100" imgH="469900" progId="Equation.3">
                  <p:embed/>
                  <p:pic>
                    <p:nvPicPr>
                      <p:cNvPr id="6455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52" name="Text Box 43"/>
          <p:cNvSpPr txBox="1">
            <a:spLocks noChangeArrowheads="1"/>
          </p:cNvSpPr>
          <p:nvPr/>
        </p:nvSpPr>
        <p:spPr bwMode="auto">
          <a:xfrm>
            <a:off x="990600" y="5715000"/>
            <a:ext cx="1389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reject</a:t>
            </a:r>
          </a:p>
        </p:txBody>
      </p:sp>
      <p:graphicFrame>
        <p:nvGraphicFramePr>
          <p:cNvPr id="64553" name="Object 45"/>
          <p:cNvGraphicFramePr>
            <a:graphicFrameLocks noChangeAspect="1"/>
          </p:cNvGraphicFramePr>
          <p:nvPr/>
        </p:nvGraphicFramePr>
        <p:xfrm>
          <a:off x="4343400" y="1447800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42751" progId="Equation.3">
                  <p:embed/>
                </p:oleObj>
              </mc:Choice>
              <mc:Fallback>
                <p:oleObj name="Equation" r:id="rId27" imgW="279279" imgH="342751" progId="Equation.3">
                  <p:embed/>
                  <p:pic>
                    <p:nvPicPr>
                      <p:cNvPr id="64553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447800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9C19346-B9E8-4736-9BF7-E092849CA148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04C6DEC-AF82-4421-865E-A7760C54135B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19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515938" y="12700"/>
            <a:ext cx="7999412" cy="749300"/>
          </a:xfrm>
        </p:spPr>
        <p:txBody>
          <a:bodyPr/>
          <a:lstStyle/>
          <a:p>
            <a:r>
              <a:rPr lang="en-US" sz="3200" b="1">
                <a:solidFill>
                  <a:schemeClr val="accent2"/>
                </a:solidFill>
                <a:latin typeface="Comic Sans MS" panose="030F0702030302020204" pitchFamily="66" charset="0"/>
              </a:rPr>
              <a:t>Another Example</a:t>
            </a:r>
          </a:p>
        </p:txBody>
      </p:sp>
      <p:sp>
        <p:nvSpPr>
          <p:cNvPr id="65540" name="Oval 3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5541" name="Oval 4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5542" name="Oval 5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5543" name="Line 6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4" name="Oval 7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5545" name="Line 8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6" name="Line 9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7" name="Freeform 10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8" name="Freeform 11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5549" name="Object 12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6554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0" name="Object 13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6555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1" name="Object 14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6555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2" name="Object 15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6555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3" name="Object 16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6555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4" name="Object 17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6555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55" name="Object 18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6555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56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5557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8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9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5560" name="Object 24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655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1" name="Object 25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6556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2" name="Object 26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556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63" name="Line 27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64" name="Line 28"/>
          <p:cNvSpPr>
            <a:spLocks noChangeShapeType="1"/>
          </p:cNvSpPr>
          <p:nvPr/>
        </p:nvSpPr>
        <p:spPr bwMode="auto">
          <a:xfrm>
            <a:off x="1143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2F78476-CCF4-4131-A589-D3B8A6188257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24D2398F-872A-42ED-AD1F-FBE87411E054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6563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6564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6565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6566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7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6568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9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0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572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6657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3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6657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4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6657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5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6657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6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6657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7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6657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8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6657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9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6580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1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2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6583" name="Object 2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6658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4" name="Object 23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6658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85" name="Object 24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658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86" name="Line 25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7" name="Line 26"/>
          <p:cNvSpPr>
            <a:spLocks noChangeShapeType="1"/>
          </p:cNvSpPr>
          <p:nvPr/>
        </p:nvSpPr>
        <p:spPr bwMode="auto">
          <a:xfrm>
            <a:off x="1143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CF9D9D5-FD74-41CE-839F-C3EB30D536B0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E03AE4F7-6F19-47B4-89EA-B4D4CD3C094A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7587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7588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7589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7590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1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7592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3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4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5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7596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6759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7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6759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8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6759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9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6759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0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6760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1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6760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2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6760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03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7604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5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6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7607" name="Object 2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6760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8" name="Object 23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6760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09" name="Object 24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760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10" name="Line 25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11" name="Line 26"/>
          <p:cNvSpPr>
            <a:spLocks noChangeShapeType="1"/>
          </p:cNvSpPr>
          <p:nvPr/>
        </p:nvSpPr>
        <p:spPr bwMode="auto">
          <a:xfrm>
            <a:off x="1143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8CFA159-5314-4238-8B6C-54DC3EB588E1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B3A945D-76A2-4181-8F19-C179FC044C7E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8611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8612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8613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8614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5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8616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7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8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9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8620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6862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1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6862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2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6862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3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6862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4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6862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5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6862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6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6862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7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8628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29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0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8631" name="Object 2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6863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2" name="Object 23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6863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33" name="Object 24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863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34" name="Line 25"/>
          <p:cNvSpPr>
            <a:spLocks noChangeShapeType="1"/>
          </p:cNvSpPr>
          <p:nvPr/>
        </p:nvSpPr>
        <p:spPr bwMode="auto">
          <a:xfrm>
            <a:off x="2057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35" name="Line 26"/>
          <p:cNvSpPr>
            <a:spLocks noChangeShapeType="1"/>
          </p:cNvSpPr>
          <p:nvPr/>
        </p:nvSpPr>
        <p:spPr bwMode="auto">
          <a:xfrm>
            <a:off x="4343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907DFC8-9E78-45B4-B7F4-C52F6987AF11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300FCE5-8500-409D-891F-2ECA65F25836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23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9635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9636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9637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9638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39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9640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3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9644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6964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5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6964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6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6964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7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6964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8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6964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9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6964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0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6965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1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9652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53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54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9655" name="Object 22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6965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6" name="Object 23"/>
          <p:cNvGraphicFramePr>
            <a:graphicFrameLocks noChangeAspect="1"/>
          </p:cNvGraphicFramePr>
          <p:nvPr/>
        </p:nvGraphicFramePr>
        <p:xfrm>
          <a:off x="1828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6965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7" name="Object 24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6965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8" name="Line 25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59" name="Line 26"/>
          <p:cNvSpPr>
            <a:spLocks noChangeShapeType="1"/>
          </p:cNvSpPr>
          <p:nvPr/>
        </p:nvSpPr>
        <p:spPr bwMode="auto">
          <a:xfrm>
            <a:off x="4343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60" name="Text Box 27"/>
          <p:cNvSpPr txBox="1">
            <a:spLocks noChangeArrowheads="1"/>
          </p:cNvSpPr>
          <p:nvPr/>
        </p:nvSpPr>
        <p:spPr bwMode="auto">
          <a:xfrm>
            <a:off x="4038600" y="3276600"/>
            <a:ext cx="1443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accept</a:t>
            </a:r>
          </a:p>
        </p:txBody>
      </p:sp>
      <p:sp>
        <p:nvSpPr>
          <p:cNvPr id="69661" name="Text Box 28"/>
          <p:cNvSpPr txBox="1">
            <a:spLocks noChangeArrowheads="1"/>
          </p:cNvSpPr>
          <p:nvPr/>
        </p:nvSpPr>
        <p:spPr bwMode="auto">
          <a:xfrm>
            <a:off x="12954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3200">
                <a:solidFill>
                  <a:schemeClr val="accent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Input</a:t>
            </a: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 </a:t>
            </a:r>
            <a:r>
              <a:rPr lang="en-US" sz="3200">
                <a:solidFill>
                  <a:schemeClr val="accent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finished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D23814E-C451-48FB-B08C-680891E59596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106452BE-CDA6-4BDA-A8E9-B784CC2CA510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24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065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28650" y="365125"/>
            <a:ext cx="7886700" cy="279400"/>
          </a:xfrm>
        </p:spPr>
        <p:txBody>
          <a:bodyPr/>
          <a:lstStyle/>
          <a:p>
            <a:r>
              <a:rPr lang="en-US" sz="3200" b="1">
                <a:solidFill>
                  <a:schemeClr val="accent2"/>
                </a:solidFill>
                <a:latin typeface="Comic Sans MS" panose="030F0702030302020204" pitchFamily="66" charset="0"/>
              </a:rPr>
              <a:t>Rejection Example</a:t>
            </a:r>
          </a:p>
        </p:txBody>
      </p:sp>
      <p:sp>
        <p:nvSpPr>
          <p:cNvPr id="70660" name="Oval 1027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0661" name="Oval 1028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0662" name="Oval 1029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0663" name="Line 1030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4" name="Oval 1031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0665" name="Line 1032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6" name="Line 1033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7" name="Freeform 1034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68" name="Freeform 1035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0669" name="Object 1036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70669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1037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7067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1" name="Object 1038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70671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2" name="Object 1039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70672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3" name="Object 1040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70673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4" name="Object 1041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70674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5" name="Object 1042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70675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76" name="Rectangle 1043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0677" name="Line 1044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8" name="Line 1045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79" name="Line 104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0680" name="Object 104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7068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1" name="Object 1048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70681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82" name="Line 1050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683" name="Line 1051"/>
          <p:cNvSpPr>
            <a:spLocks noChangeShapeType="1"/>
          </p:cNvSpPr>
          <p:nvPr/>
        </p:nvSpPr>
        <p:spPr bwMode="auto">
          <a:xfrm>
            <a:off x="1143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0684" name="Object 1052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70684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44B5EAE-0D53-4514-A6A9-9611AD987DBE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A567273-4737-4422-98D8-64C33E404F2E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25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1683" name="Oval 1026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1684" name="Oval 1027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1685" name="Oval 1028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1686" name="Line 1029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7" name="Oval 1030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1688" name="Line 1031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9" name="Line 1032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0" name="Freeform 1033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1" name="Freeform 1034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692" name="Object 1035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71692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3" name="Object 1036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71693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4" name="Object 1037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71694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5" name="Object 1038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71695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6" name="Object 1039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71696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7" name="Object 1040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71697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98" name="Object 1041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71698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9" name="Rectangle 104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1700" name="Line 104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01" name="Line 104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02" name="Line 1045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03" name="Object 1046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71703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04" name="Object 1047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71704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05" name="Line 1048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06" name="Line 1049"/>
          <p:cNvSpPr>
            <a:spLocks noChangeShapeType="1"/>
          </p:cNvSpPr>
          <p:nvPr/>
        </p:nvSpPr>
        <p:spPr bwMode="auto">
          <a:xfrm>
            <a:off x="4343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1707" name="Object 1050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71707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5536623-3D63-4AE2-9C16-5BE9BA2255F8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EB72D7E-4F73-40B9-A218-B4594E2535D2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26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2707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2708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2709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2710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1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2712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3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4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15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2716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7271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7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7271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8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7271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9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7271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0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7272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1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7272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2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727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3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2724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25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26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2727" name="Object 22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7272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28" name="Object 23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7272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29" name="Line 24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730" name="Line 25"/>
          <p:cNvSpPr>
            <a:spLocks noChangeShapeType="1"/>
          </p:cNvSpPr>
          <p:nvPr/>
        </p:nvSpPr>
        <p:spPr bwMode="auto">
          <a:xfrm>
            <a:off x="7315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2731" name="Object 2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7273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B6F20B8E-B8F0-4D2B-9115-009F9C73CB1C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49A7F1FE-5FC5-41BF-A2C5-CD685F680AC9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3731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3732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3733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3734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5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3736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7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8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9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3740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7374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1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7374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2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7374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3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7374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4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7374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5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7374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46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7374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47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3748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49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0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3751" name="Object 22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73751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52" name="Object 23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73752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53" name="Line 24"/>
          <p:cNvSpPr>
            <a:spLocks noChangeShapeType="1"/>
          </p:cNvSpPr>
          <p:nvPr/>
        </p:nvSpPr>
        <p:spPr bwMode="auto">
          <a:xfrm>
            <a:off x="1981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54" name="Line 25"/>
          <p:cNvSpPr>
            <a:spLocks noChangeShapeType="1"/>
          </p:cNvSpPr>
          <p:nvPr/>
        </p:nvSpPr>
        <p:spPr bwMode="auto">
          <a:xfrm>
            <a:off x="7315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3755" name="Object 2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7375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3490611-6ED7-4AC0-BBB2-662BFDB5E436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C6520431-007B-4A96-AC83-EB97F479DCDB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28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4755" name="Oval 2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4756" name="Oval 3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4757" name="Oval 4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4758" name="Line 5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59" name="Oval 6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4760" name="Line 7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1" name="Line 8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2" name="Freeform 9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63" name="Freeform 10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4764" name="Object 11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74764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5" name="Object 12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74765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3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7476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7" name="Object 14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7476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8" name="Object 15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7476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9" name="Object 16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7476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0" name="Object 17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7477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1" name="Rectangle 18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4772" name="Line 19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73" name="Line 20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74" name="Line 21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4775" name="Object 22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7477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76" name="Object 23"/>
          <p:cNvGraphicFramePr>
            <a:graphicFrameLocks noChangeAspect="1"/>
          </p:cNvGraphicFramePr>
          <p:nvPr/>
        </p:nvGraphicFramePr>
        <p:xfrm>
          <a:off x="762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7477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77" name="Line 24"/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778" name="Line 25"/>
          <p:cNvSpPr>
            <a:spLocks noChangeShapeType="1"/>
          </p:cNvSpPr>
          <p:nvPr/>
        </p:nvSpPr>
        <p:spPr bwMode="auto">
          <a:xfrm>
            <a:off x="7315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4779" name="Object 26"/>
          <p:cNvGraphicFramePr>
            <a:graphicFrameLocks noChangeAspect="1"/>
          </p:cNvGraphicFramePr>
          <p:nvPr/>
        </p:nvGraphicFramePr>
        <p:xfrm>
          <a:off x="1905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9279" imgH="380835" progId="Equation.3">
                  <p:embed/>
                </p:oleObj>
              </mc:Choice>
              <mc:Fallback>
                <p:oleObj name="Equation" r:id="rId17" imgW="279279" imgH="380835" progId="Equation.3">
                  <p:embed/>
                  <p:pic>
                    <p:nvPicPr>
                      <p:cNvPr id="74779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80" name="Text Box 27"/>
          <p:cNvSpPr txBox="1">
            <a:spLocks noChangeArrowheads="1"/>
          </p:cNvSpPr>
          <p:nvPr/>
        </p:nvSpPr>
        <p:spPr bwMode="auto">
          <a:xfrm>
            <a:off x="7162800" y="5486400"/>
            <a:ext cx="1389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reject</a:t>
            </a:r>
          </a:p>
        </p:txBody>
      </p:sp>
      <p:sp>
        <p:nvSpPr>
          <p:cNvPr id="74781" name="Text Box 28"/>
          <p:cNvSpPr txBox="1">
            <a:spLocks noChangeArrowheads="1"/>
          </p:cNvSpPr>
          <p:nvPr/>
        </p:nvSpPr>
        <p:spPr bwMode="auto">
          <a:xfrm>
            <a:off x="1143000" y="228600"/>
            <a:ext cx="3048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sz="3200">
                <a:solidFill>
                  <a:schemeClr val="accent1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Input finished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2434A6C-42B8-48F3-B3EA-5E9EDC326363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60F893C3-962D-4133-8261-36FB4F173386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29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12738"/>
            <a:ext cx="7886700" cy="831850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Comic Sans MS" panose="030F0702030302020204" pitchFamily="66" charset="0"/>
              </a:rPr>
              <a:t>Languages Accepted by </a:t>
            </a:r>
            <a:r>
              <a:rPr lang="en-US" sz="3200" b="1" dirty="0" err="1">
                <a:solidFill>
                  <a:srgbClr val="0070C0"/>
                </a:solidFill>
                <a:latin typeface="Comic Sans MS" panose="030F0702030302020204" pitchFamily="66" charset="0"/>
              </a:rPr>
              <a:t>FAs</a:t>
            </a:r>
            <a:endParaRPr lang="en-US" sz="3200" b="1" dirty="0">
              <a:solidFill>
                <a:srgbClr val="0070C0"/>
              </a:solidFill>
              <a:latin typeface="Comic Sans MS" panose="030F0702030302020204" pitchFamily="66" charset="0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06513"/>
            <a:ext cx="7886700" cy="40894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009900"/>
                </a:solidFill>
                <a:latin typeface="Comic Sans MS" panose="030F0702030302020204" pitchFamily="66" charset="0"/>
              </a:rPr>
              <a:t>Definition: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endParaRPr lang="en-US" sz="3200" dirty="0">
              <a:latin typeface="Comic Sans MS" panose="030F0702030302020204" pitchFamily="66" charset="0"/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sz="3200" dirty="0">
                <a:latin typeface="Comic Sans MS" panose="030F0702030302020204" pitchFamily="66" charset="0"/>
              </a:rPr>
              <a:t>The language              contains 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sz="3200" dirty="0">
                <a:latin typeface="Comic Sans MS" panose="030F0702030302020204" pitchFamily="66" charset="0"/>
              </a:rPr>
              <a:t>all input strings accepted by</a:t>
            </a:r>
            <a:r>
              <a:rPr lang="en-US" dirty="0">
                <a:latin typeface="Comic Sans MS" panose="030F0702030302020204" pitchFamily="66" charset="0"/>
              </a:rPr>
              <a:t> </a:t>
            </a:r>
          </a:p>
          <a:p>
            <a:pPr lvl="1">
              <a:defRPr/>
            </a:pPr>
            <a:endParaRPr lang="en-US" dirty="0">
              <a:latin typeface="Comic Sans MS" panose="030F0702030302020204" pitchFamily="66" charset="0"/>
            </a:endParaRPr>
          </a:p>
          <a:p>
            <a:pPr>
              <a:defRPr/>
            </a:pPr>
            <a:endParaRPr lang="en-US" dirty="0">
              <a:latin typeface="Comic Sans MS" panose="030F0702030302020204" pitchFamily="66" charset="0"/>
            </a:endParaRP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>
                <a:latin typeface="Comic Sans MS" panose="030F0702030302020204" pitchFamily="66" charset="0"/>
              </a:rPr>
              <a:t>          = { strings that bring       </a:t>
            </a:r>
          </a:p>
          <a:p>
            <a:pPr marL="457200" lvl="1" indent="0">
              <a:buFont typeface="Arial" panose="020B0604020202020204" pitchFamily="34" charset="0"/>
              <a:buNone/>
              <a:defRPr/>
            </a:pPr>
            <a:r>
              <a:rPr lang="en-US" dirty="0">
                <a:latin typeface="Comic Sans MS" panose="030F0702030302020204" pitchFamily="66" charset="0"/>
              </a:rPr>
              <a:t>                to an accepting state}   </a:t>
            </a:r>
          </a:p>
        </p:txBody>
      </p:sp>
      <p:graphicFrame>
        <p:nvGraphicFramePr>
          <p:cNvPr id="75781" name="Object 5"/>
          <p:cNvGraphicFramePr>
            <a:graphicFrameLocks noChangeAspect="1"/>
          </p:cNvGraphicFramePr>
          <p:nvPr/>
        </p:nvGraphicFramePr>
        <p:xfrm>
          <a:off x="3892550" y="2273300"/>
          <a:ext cx="10906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588" imgH="558558" progId="Equation.3">
                  <p:embed/>
                </p:oleObj>
              </mc:Choice>
              <mc:Fallback>
                <p:oleObj name="Equation" r:id="rId2" imgW="1180588" imgH="558558" progId="Equation.3">
                  <p:embed/>
                  <p:pic>
                    <p:nvPicPr>
                      <p:cNvPr id="757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0" y="2273300"/>
                        <a:ext cx="10906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/>
          <p:cNvGraphicFramePr>
            <a:graphicFrameLocks noChangeAspect="1"/>
          </p:cNvGraphicFramePr>
          <p:nvPr/>
        </p:nvGraphicFramePr>
        <p:xfrm>
          <a:off x="6788150" y="27813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393529" progId="Equation.3">
                  <p:embed/>
                </p:oleObj>
              </mc:Choice>
              <mc:Fallback>
                <p:oleObj name="Equation" r:id="rId4" imgW="545863" imgH="393529" progId="Equation.3">
                  <p:embed/>
                  <p:pic>
                    <p:nvPicPr>
                      <p:cNvPr id="757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27813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7"/>
          <p:cNvGraphicFramePr>
            <a:graphicFrameLocks noChangeAspect="1"/>
          </p:cNvGraphicFramePr>
          <p:nvPr/>
        </p:nvGraphicFramePr>
        <p:xfrm>
          <a:off x="5203825" y="4194175"/>
          <a:ext cx="419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380835" progId="Equation.3">
                  <p:embed/>
                </p:oleObj>
              </mc:Choice>
              <mc:Fallback>
                <p:oleObj name="Equation" r:id="rId6" imgW="418918" imgH="380835" progId="Equation.3">
                  <p:embed/>
                  <p:pic>
                    <p:nvPicPr>
                      <p:cNvPr id="757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825" y="4194175"/>
                        <a:ext cx="419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7" name="Object 8"/>
          <p:cNvGraphicFramePr>
            <a:graphicFrameLocks noChangeAspect="1"/>
          </p:cNvGraphicFramePr>
          <p:nvPr/>
        </p:nvGraphicFramePr>
        <p:xfrm>
          <a:off x="758825" y="4117975"/>
          <a:ext cx="12239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588" imgH="558558" progId="Equation.3">
                  <p:embed/>
                </p:oleObj>
              </mc:Choice>
              <mc:Fallback>
                <p:oleObj name="Equation" r:id="rId8" imgW="1180588" imgH="558558" progId="Equation.3">
                  <p:embed/>
                  <p:pic>
                    <p:nvPicPr>
                      <p:cNvPr id="7885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4117975"/>
                        <a:ext cx="12239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BF97DDC-F0C1-41C3-B673-CF9E157DE470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88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8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7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7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9DA7080-588E-4F56-BEF6-0321ED350C7A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30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12738"/>
            <a:ext cx="7886700" cy="831850"/>
          </a:xfrm>
        </p:spPr>
        <p:txBody>
          <a:bodyPr/>
          <a:lstStyle/>
          <a:p>
            <a:r>
              <a:rPr lang="en-US" sz="3200" b="1">
                <a:solidFill>
                  <a:schemeClr val="accent2"/>
                </a:solidFill>
                <a:latin typeface="Comic Sans MS" panose="030F0702030302020204" pitchFamily="66" charset="0"/>
              </a:rPr>
              <a:t>Example</a:t>
            </a:r>
          </a:p>
        </p:txBody>
      </p:sp>
      <p:sp>
        <p:nvSpPr>
          <p:cNvPr id="76804" name="Oval 4"/>
          <p:cNvSpPr>
            <a:spLocks noChangeArrowheads="1"/>
          </p:cNvSpPr>
          <p:nvPr/>
        </p:nvSpPr>
        <p:spPr bwMode="auto">
          <a:xfrm>
            <a:off x="18288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6805" name="Oval 5"/>
          <p:cNvSpPr>
            <a:spLocks noChangeArrowheads="1"/>
          </p:cNvSpPr>
          <p:nvPr/>
        </p:nvSpPr>
        <p:spPr bwMode="auto">
          <a:xfrm>
            <a:off x="4419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6806" name="Oval 6"/>
          <p:cNvSpPr>
            <a:spLocks noChangeArrowheads="1"/>
          </p:cNvSpPr>
          <p:nvPr/>
        </p:nvSpPr>
        <p:spPr bwMode="auto">
          <a:xfrm>
            <a:off x="57150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6807" name="Oval 7"/>
          <p:cNvSpPr>
            <a:spLocks noChangeArrowheads="1"/>
          </p:cNvSpPr>
          <p:nvPr/>
        </p:nvSpPr>
        <p:spPr bwMode="auto">
          <a:xfrm>
            <a:off x="7086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6808" name="Oval 8"/>
          <p:cNvSpPr>
            <a:spLocks noChangeArrowheads="1"/>
          </p:cNvSpPr>
          <p:nvPr/>
        </p:nvSpPr>
        <p:spPr bwMode="auto">
          <a:xfrm>
            <a:off x="6934200" y="46355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>
            <a:off x="1219200" y="5118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>
            <a:off x="36576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1" name="Line 11"/>
          <p:cNvSpPr>
            <a:spLocks noChangeShapeType="1"/>
          </p:cNvSpPr>
          <p:nvPr/>
        </p:nvSpPr>
        <p:spPr bwMode="auto">
          <a:xfrm>
            <a:off x="49530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6248400" y="5092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13" name="Object 13"/>
          <p:cNvGraphicFramePr>
            <a:graphicFrameLocks noChangeAspect="1"/>
          </p:cNvGraphicFramePr>
          <p:nvPr/>
        </p:nvGraphicFramePr>
        <p:xfrm>
          <a:off x="19050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7681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4" name="Oval 14"/>
          <p:cNvSpPr>
            <a:spLocks noChangeArrowheads="1"/>
          </p:cNvSpPr>
          <p:nvPr/>
        </p:nvSpPr>
        <p:spPr bwMode="auto">
          <a:xfrm>
            <a:off x="31242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76815" name="Object 15"/>
          <p:cNvGraphicFramePr>
            <a:graphicFrameLocks noChangeAspect="1"/>
          </p:cNvGraphicFramePr>
          <p:nvPr/>
        </p:nvGraphicFramePr>
        <p:xfrm>
          <a:off x="3238500" y="47879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7681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47879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6" name="Object 16"/>
          <p:cNvGraphicFramePr>
            <a:graphicFrameLocks noChangeAspect="1"/>
          </p:cNvGraphicFramePr>
          <p:nvPr/>
        </p:nvGraphicFramePr>
        <p:xfrm>
          <a:off x="4508500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7681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7" name="Object 17"/>
          <p:cNvGraphicFramePr>
            <a:graphicFrameLocks noChangeAspect="1"/>
          </p:cNvGraphicFramePr>
          <p:nvPr/>
        </p:nvGraphicFramePr>
        <p:xfrm>
          <a:off x="5803900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76817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18" name="Object 18"/>
          <p:cNvGraphicFramePr>
            <a:graphicFrameLocks noChangeAspect="1"/>
          </p:cNvGraphicFramePr>
          <p:nvPr/>
        </p:nvGraphicFramePr>
        <p:xfrm>
          <a:off x="71628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76818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9" name="Line 19"/>
          <p:cNvSpPr>
            <a:spLocks noChangeShapeType="1"/>
          </p:cNvSpPr>
          <p:nvPr/>
        </p:nvSpPr>
        <p:spPr bwMode="auto">
          <a:xfrm>
            <a:off x="2362200" y="50927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20" name="Object 20"/>
          <p:cNvGraphicFramePr>
            <a:graphicFrameLocks noChangeAspect="1"/>
          </p:cNvGraphicFramePr>
          <p:nvPr/>
        </p:nvGraphicFramePr>
        <p:xfrm>
          <a:off x="2590800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768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1" name="Object 21"/>
          <p:cNvGraphicFramePr>
            <a:graphicFrameLocks noChangeAspect="1"/>
          </p:cNvGraphicFramePr>
          <p:nvPr/>
        </p:nvGraphicFramePr>
        <p:xfrm>
          <a:off x="38862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768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2" name="Object 22"/>
          <p:cNvGraphicFramePr>
            <a:graphicFrameLocks noChangeAspect="1"/>
          </p:cNvGraphicFramePr>
          <p:nvPr/>
        </p:nvGraphicFramePr>
        <p:xfrm>
          <a:off x="51816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7682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3" name="Object 23"/>
          <p:cNvGraphicFramePr>
            <a:graphicFrameLocks noChangeAspect="1"/>
          </p:cNvGraphicFramePr>
          <p:nvPr/>
        </p:nvGraphicFramePr>
        <p:xfrm>
          <a:off x="6477000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7682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24" name="Oval 24"/>
          <p:cNvSpPr>
            <a:spLocks noChangeArrowheads="1"/>
          </p:cNvSpPr>
          <p:nvPr/>
        </p:nvSpPr>
        <p:spPr bwMode="auto">
          <a:xfrm>
            <a:off x="64897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76825" name="Object 25"/>
          <p:cNvGraphicFramePr>
            <a:graphicFrameLocks noChangeAspect="1"/>
          </p:cNvGraphicFramePr>
          <p:nvPr/>
        </p:nvGraphicFramePr>
        <p:xfrm>
          <a:off x="6565900" y="3505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7682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505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6" name="Object 26"/>
          <p:cNvGraphicFramePr>
            <a:graphicFrameLocks noChangeAspect="1"/>
          </p:cNvGraphicFramePr>
          <p:nvPr/>
        </p:nvGraphicFramePr>
        <p:xfrm>
          <a:off x="3429000" y="43307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7682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3307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7" name="Object 27"/>
          <p:cNvGraphicFramePr>
            <a:graphicFrameLocks noChangeAspect="1"/>
          </p:cNvGraphicFramePr>
          <p:nvPr/>
        </p:nvGraphicFramePr>
        <p:xfrm>
          <a:off x="4648200" y="4406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7682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06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8" name="Object 28"/>
          <p:cNvGraphicFramePr>
            <a:graphicFrameLocks noChangeAspect="1"/>
          </p:cNvGraphicFramePr>
          <p:nvPr/>
        </p:nvGraphicFramePr>
        <p:xfrm>
          <a:off x="5943600" y="4330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7682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330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29" name="Object 29"/>
          <p:cNvGraphicFramePr>
            <a:graphicFrameLocks noChangeAspect="1"/>
          </p:cNvGraphicFramePr>
          <p:nvPr/>
        </p:nvGraphicFramePr>
        <p:xfrm>
          <a:off x="2057400" y="42545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7682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2545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0" name="Freeform 30"/>
          <p:cNvSpPr>
            <a:spLocks/>
          </p:cNvSpPr>
          <p:nvPr/>
        </p:nvSpPr>
        <p:spPr bwMode="auto">
          <a:xfrm>
            <a:off x="6324600" y="27305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6831" name="Object 31"/>
          <p:cNvGraphicFramePr>
            <a:graphicFrameLocks noChangeAspect="1"/>
          </p:cNvGraphicFramePr>
          <p:nvPr/>
        </p:nvGraphicFramePr>
        <p:xfrm>
          <a:off x="6337300" y="22860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7683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2860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32" name="Line 32"/>
          <p:cNvSpPr>
            <a:spLocks noChangeShapeType="1"/>
          </p:cNvSpPr>
          <p:nvPr/>
        </p:nvSpPr>
        <p:spPr bwMode="auto">
          <a:xfrm flipV="1">
            <a:off x="6096000" y="40259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33" name="Freeform 33"/>
          <p:cNvSpPr>
            <a:spLocks/>
          </p:cNvSpPr>
          <p:nvPr/>
        </p:nvSpPr>
        <p:spPr bwMode="auto">
          <a:xfrm>
            <a:off x="4800600" y="38735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34" name="Freeform 34"/>
          <p:cNvSpPr>
            <a:spLocks/>
          </p:cNvSpPr>
          <p:nvPr/>
        </p:nvSpPr>
        <p:spPr bwMode="auto">
          <a:xfrm>
            <a:off x="3505200" y="36830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35" name="Freeform 35"/>
          <p:cNvSpPr>
            <a:spLocks/>
          </p:cNvSpPr>
          <p:nvPr/>
        </p:nvSpPr>
        <p:spPr bwMode="auto">
          <a:xfrm>
            <a:off x="2209800" y="30607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6836" name="Group 36"/>
          <p:cNvGrpSpPr>
            <a:grpSpLocks/>
          </p:cNvGrpSpPr>
          <p:nvPr/>
        </p:nvGrpSpPr>
        <p:grpSpPr bwMode="auto">
          <a:xfrm>
            <a:off x="6934200" y="4051300"/>
            <a:ext cx="900113" cy="609600"/>
            <a:chOff x="4224" y="1824"/>
            <a:chExt cx="567" cy="384"/>
          </a:xfrm>
        </p:grpSpPr>
        <p:graphicFrame>
          <p:nvGraphicFramePr>
            <p:cNvPr id="76843" name="Object 3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76843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844" name="Line 3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79910" name="Object 39"/>
          <p:cNvGraphicFramePr>
            <a:graphicFrameLocks noChangeAspect="1"/>
          </p:cNvGraphicFramePr>
          <p:nvPr/>
        </p:nvGraphicFramePr>
        <p:xfrm>
          <a:off x="596900" y="1092200"/>
          <a:ext cx="3048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048000" imgH="558800" progId="Equation.3">
                  <p:embed/>
                </p:oleObj>
              </mc:Choice>
              <mc:Fallback>
                <p:oleObj name="Equation" r:id="rId27" imgW="3048000" imgH="558800" progId="Equation.3">
                  <p:embed/>
                  <p:pic>
                    <p:nvPicPr>
                      <p:cNvPr id="7991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1092200"/>
                        <a:ext cx="30480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11" name="Rectangle 40"/>
          <p:cNvSpPr>
            <a:spLocks noChangeArrowheads="1"/>
          </p:cNvSpPr>
          <p:nvPr/>
        </p:nvSpPr>
        <p:spPr bwMode="auto">
          <a:xfrm>
            <a:off x="914400" y="1828800"/>
            <a:ext cx="73914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79912" name="Object 41"/>
          <p:cNvGraphicFramePr>
            <a:graphicFrameLocks noChangeAspect="1"/>
          </p:cNvGraphicFramePr>
          <p:nvPr/>
        </p:nvGraphicFramePr>
        <p:xfrm>
          <a:off x="7696200" y="12192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45863" imgH="393529" progId="Equation.3">
                  <p:embed/>
                </p:oleObj>
              </mc:Choice>
              <mc:Fallback>
                <p:oleObj name="Equation" r:id="rId29" imgW="545863" imgH="393529" progId="Equation.3">
                  <p:embed/>
                  <p:pic>
                    <p:nvPicPr>
                      <p:cNvPr id="79912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12192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0" name="Text Box 42"/>
          <p:cNvSpPr txBox="1">
            <a:spLocks noChangeArrowheads="1"/>
          </p:cNvSpPr>
          <p:nvPr/>
        </p:nvSpPr>
        <p:spPr bwMode="auto">
          <a:xfrm>
            <a:off x="6781800" y="5486400"/>
            <a:ext cx="1443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accept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6425838-2F9C-43B4-B3EC-7B6FF1113510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9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9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9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9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9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9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99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9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9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F4854902-B53E-4BD3-B186-9FDD8E7D6905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31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/>
          </p:nvPr>
        </p:nvSpPr>
        <p:spPr>
          <a:xfrm>
            <a:off x="338138" y="158750"/>
            <a:ext cx="7886700" cy="831850"/>
          </a:xfrm>
        </p:spPr>
        <p:txBody>
          <a:bodyPr/>
          <a:lstStyle/>
          <a:p>
            <a:r>
              <a:rPr lang="en-US" sz="3200" b="1">
                <a:solidFill>
                  <a:schemeClr val="accent2"/>
                </a:solidFill>
                <a:latin typeface="Comic Sans MS" panose="030F0702030302020204" pitchFamily="66" charset="0"/>
              </a:rPr>
              <a:t>Example</a:t>
            </a:r>
          </a:p>
        </p:txBody>
      </p:sp>
      <p:sp>
        <p:nvSpPr>
          <p:cNvPr id="77828" name="Oval 3"/>
          <p:cNvSpPr>
            <a:spLocks noChangeArrowheads="1"/>
          </p:cNvSpPr>
          <p:nvPr/>
        </p:nvSpPr>
        <p:spPr bwMode="auto">
          <a:xfrm>
            <a:off x="18288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7829" name="Oval 4"/>
          <p:cNvSpPr>
            <a:spLocks noChangeArrowheads="1"/>
          </p:cNvSpPr>
          <p:nvPr/>
        </p:nvSpPr>
        <p:spPr bwMode="auto">
          <a:xfrm>
            <a:off x="4419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7830" name="Oval 5"/>
          <p:cNvSpPr>
            <a:spLocks noChangeArrowheads="1"/>
          </p:cNvSpPr>
          <p:nvPr/>
        </p:nvSpPr>
        <p:spPr bwMode="auto">
          <a:xfrm>
            <a:off x="57150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7831" name="Oval 6"/>
          <p:cNvSpPr>
            <a:spLocks noChangeArrowheads="1"/>
          </p:cNvSpPr>
          <p:nvPr/>
        </p:nvSpPr>
        <p:spPr bwMode="auto">
          <a:xfrm>
            <a:off x="70866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7832" name="Oval 7"/>
          <p:cNvSpPr>
            <a:spLocks noChangeArrowheads="1"/>
          </p:cNvSpPr>
          <p:nvPr/>
        </p:nvSpPr>
        <p:spPr bwMode="auto">
          <a:xfrm>
            <a:off x="6934200" y="46355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7833" name="Line 8"/>
          <p:cNvSpPr>
            <a:spLocks noChangeShapeType="1"/>
          </p:cNvSpPr>
          <p:nvPr/>
        </p:nvSpPr>
        <p:spPr bwMode="auto">
          <a:xfrm flipV="1">
            <a:off x="1219200" y="5105400"/>
            <a:ext cx="4572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4" name="Line 9"/>
          <p:cNvSpPr>
            <a:spLocks noChangeShapeType="1"/>
          </p:cNvSpPr>
          <p:nvPr/>
        </p:nvSpPr>
        <p:spPr bwMode="auto">
          <a:xfrm>
            <a:off x="36576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5" name="Line 10"/>
          <p:cNvSpPr>
            <a:spLocks noChangeShapeType="1"/>
          </p:cNvSpPr>
          <p:nvPr/>
        </p:nvSpPr>
        <p:spPr bwMode="auto">
          <a:xfrm flipV="1">
            <a:off x="5105400" y="5092700"/>
            <a:ext cx="6096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6" name="Line 11"/>
          <p:cNvSpPr>
            <a:spLocks noChangeShapeType="1"/>
          </p:cNvSpPr>
          <p:nvPr/>
        </p:nvSpPr>
        <p:spPr bwMode="auto">
          <a:xfrm>
            <a:off x="6248400" y="50927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837" name="Object 12"/>
          <p:cNvGraphicFramePr>
            <a:graphicFrameLocks noChangeAspect="1"/>
          </p:cNvGraphicFramePr>
          <p:nvPr/>
        </p:nvGraphicFramePr>
        <p:xfrm>
          <a:off x="19050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77837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8" name="Oval 13"/>
          <p:cNvSpPr>
            <a:spLocks noChangeArrowheads="1"/>
          </p:cNvSpPr>
          <p:nvPr/>
        </p:nvSpPr>
        <p:spPr bwMode="auto">
          <a:xfrm>
            <a:off x="3124200" y="47879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77839" name="Object 14"/>
          <p:cNvGraphicFramePr>
            <a:graphicFrameLocks noChangeAspect="1"/>
          </p:cNvGraphicFramePr>
          <p:nvPr/>
        </p:nvGraphicFramePr>
        <p:xfrm>
          <a:off x="3238500" y="47879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7783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47879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0" name="Object 15"/>
          <p:cNvGraphicFramePr>
            <a:graphicFrameLocks noChangeAspect="1"/>
          </p:cNvGraphicFramePr>
          <p:nvPr/>
        </p:nvGraphicFramePr>
        <p:xfrm>
          <a:off x="4508500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7784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1" name="Object 16"/>
          <p:cNvGraphicFramePr>
            <a:graphicFrameLocks noChangeAspect="1"/>
          </p:cNvGraphicFramePr>
          <p:nvPr/>
        </p:nvGraphicFramePr>
        <p:xfrm>
          <a:off x="5803900" y="47879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7784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47879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2" name="Object 17"/>
          <p:cNvGraphicFramePr>
            <a:graphicFrameLocks noChangeAspect="1"/>
          </p:cNvGraphicFramePr>
          <p:nvPr/>
        </p:nvGraphicFramePr>
        <p:xfrm>
          <a:off x="7162800" y="47879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7784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47879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3" name="Line 18"/>
          <p:cNvSpPr>
            <a:spLocks noChangeShapeType="1"/>
          </p:cNvSpPr>
          <p:nvPr/>
        </p:nvSpPr>
        <p:spPr bwMode="auto">
          <a:xfrm flipV="1">
            <a:off x="2514600" y="5105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844" name="Object 19"/>
          <p:cNvGraphicFramePr>
            <a:graphicFrameLocks noChangeAspect="1"/>
          </p:cNvGraphicFramePr>
          <p:nvPr/>
        </p:nvGraphicFramePr>
        <p:xfrm>
          <a:off x="2590800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7784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5" name="Object 20"/>
          <p:cNvGraphicFramePr>
            <a:graphicFrameLocks noChangeAspect="1"/>
          </p:cNvGraphicFramePr>
          <p:nvPr/>
        </p:nvGraphicFramePr>
        <p:xfrm>
          <a:off x="38862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7784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6" name="Object 21"/>
          <p:cNvGraphicFramePr>
            <a:graphicFrameLocks noChangeAspect="1"/>
          </p:cNvGraphicFramePr>
          <p:nvPr/>
        </p:nvGraphicFramePr>
        <p:xfrm>
          <a:off x="5181600" y="4711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7784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711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47" name="Object 22"/>
          <p:cNvGraphicFramePr>
            <a:graphicFrameLocks noChangeAspect="1"/>
          </p:cNvGraphicFramePr>
          <p:nvPr/>
        </p:nvGraphicFramePr>
        <p:xfrm>
          <a:off x="6477000" y="47879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7784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7879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8" name="Oval 23"/>
          <p:cNvSpPr>
            <a:spLocks noChangeArrowheads="1"/>
          </p:cNvSpPr>
          <p:nvPr/>
        </p:nvSpPr>
        <p:spPr bwMode="auto">
          <a:xfrm>
            <a:off x="6489700" y="3505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77849" name="Object 24"/>
          <p:cNvGraphicFramePr>
            <a:graphicFrameLocks noChangeAspect="1"/>
          </p:cNvGraphicFramePr>
          <p:nvPr/>
        </p:nvGraphicFramePr>
        <p:xfrm>
          <a:off x="6565900" y="3505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7784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3505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0" name="Object 25"/>
          <p:cNvGraphicFramePr>
            <a:graphicFrameLocks noChangeAspect="1"/>
          </p:cNvGraphicFramePr>
          <p:nvPr/>
        </p:nvGraphicFramePr>
        <p:xfrm>
          <a:off x="3429000" y="43307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7785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3307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1" name="Object 26"/>
          <p:cNvGraphicFramePr>
            <a:graphicFrameLocks noChangeAspect="1"/>
          </p:cNvGraphicFramePr>
          <p:nvPr/>
        </p:nvGraphicFramePr>
        <p:xfrm>
          <a:off x="4876800" y="426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7785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26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2" name="Object 27"/>
          <p:cNvGraphicFramePr>
            <a:graphicFrameLocks noChangeAspect="1"/>
          </p:cNvGraphicFramePr>
          <p:nvPr/>
        </p:nvGraphicFramePr>
        <p:xfrm>
          <a:off x="5943600" y="43307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7785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3307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53" name="Object 28"/>
          <p:cNvGraphicFramePr>
            <a:graphicFrameLocks noChangeAspect="1"/>
          </p:cNvGraphicFramePr>
          <p:nvPr/>
        </p:nvGraphicFramePr>
        <p:xfrm>
          <a:off x="2133600" y="4191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7785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191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4" name="Freeform 29"/>
          <p:cNvSpPr>
            <a:spLocks/>
          </p:cNvSpPr>
          <p:nvPr/>
        </p:nvSpPr>
        <p:spPr bwMode="auto">
          <a:xfrm>
            <a:off x="6324600" y="27305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7855" name="Object 30"/>
          <p:cNvGraphicFramePr>
            <a:graphicFrameLocks noChangeAspect="1"/>
          </p:cNvGraphicFramePr>
          <p:nvPr/>
        </p:nvGraphicFramePr>
        <p:xfrm>
          <a:off x="6337300" y="22860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7785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2860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6" name="Line 31"/>
          <p:cNvSpPr>
            <a:spLocks noChangeShapeType="1"/>
          </p:cNvSpPr>
          <p:nvPr/>
        </p:nvSpPr>
        <p:spPr bwMode="auto">
          <a:xfrm flipV="1">
            <a:off x="6096000" y="40259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7" name="Freeform 32"/>
          <p:cNvSpPr>
            <a:spLocks/>
          </p:cNvSpPr>
          <p:nvPr/>
        </p:nvSpPr>
        <p:spPr bwMode="auto">
          <a:xfrm>
            <a:off x="4876800" y="3873500"/>
            <a:ext cx="1676400" cy="8509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8" name="Freeform 33"/>
          <p:cNvSpPr>
            <a:spLocks/>
          </p:cNvSpPr>
          <p:nvPr/>
        </p:nvSpPr>
        <p:spPr bwMode="auto">
          <a:xfrm>
            <a:off x="3505200" y="36830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59" name="Freeform 34"/>
          <p:cNvSpPr>
            <a:spLocks/>
          </p:cNvSpPr>
          <p:nvPr/>
        </p:nvSpPr>
        <p:spPr bwMode="auto">
          <a:xfrm>
            <a:off x="2286000" y="3124200"/>
            <a:ext cx="4267200" cy="15875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7860" name="Group 35"/>
          <p:cNvGrpSpPr>
            <a:grpSpLocks/>
          </p:cNvGrpSpPr>
          <p:nvPr/>
        </p:nvGrpSpPr>
        <p:grpSpPr bwMode="auto">
          <a:xfrm>
            <a:off x="6934200" y="4051300"/>
            <a:ext cx="900113" cy="609600"/>
            <a:chOff x="4224" y="1824"/>
            <a:chExt cx="567" cy="384"/>
          </a:xfrm>
        </p:grpSpPr>
        <p:graphicFrame>
          <p:nvGraphicFramePr>
            <p:cNvPr id="77871" name="Object 3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77871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872" name="Line 3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80933" name="Object 38"/>
          <p:cNvGraphicFramePr>
            <a:graphicFrameLocks noChangeAspect="1"/>
          </p:cNvGraphicFramePr>
          <p:nvPr/>
        </p:nvGraphicFramePr>
        <p:xfrm>
          <a:off x="298450" y="1092200"/>
          <a:ext cx="420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203700" imgH="558800" progId="Equation.3">
                  <p:embed/>
                </p:oleObj>
              </mc:Choice>
              <mc:Fallback>
                <p:oleObj name="Equation" r:id="rId27" imgW="4203700" imgH="558800" progId="Equation.3">
                  <p:embed/>
                  <p:pic>
                    <p:nvPicPr>
                      <p:cNvPr id="80933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" y="1092200"/>
                        <a:ext cx="4203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34" name="Rectangle 39"/>
          <p:cNvSpPr>
            <a:spLocks noChangeArrowheads="1"/>
          </p:cNvSpPr>
          <p:nvPr/>
        </p:nvSpPr>
        <p:spPr bwMode="auto">
          <a:xfrm>
            <a:off x="914400" y="1828800"/>
            <a:ext cx="73914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80935" name="Object 40"/>
          <p:cNvGraphicFramePr>
            <a:graphicFrameLocks noChangeAspect="1"/>
          </p:cNvGraphicFramePr>
          <p:nvPr/>
        </p:nvGraphicFramePr>
        <p:xfrm>
          <a:off x="7772400" y="12192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45863" imgH="393529" progId="Equation.3">
                  <p:embed/>
                </p:oleObj>
              </mc:Choice>
              <mc:Fallback>
                <p:oleObj name="Equation" r:id="rId29" imgW="545863" imgH="393529" progId="Equation.3">
                  <p:embed/>
                  <p:pic>
                    <p:nvPicPr>
                      <p:cNvPr id="80935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2192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64" name="Text Box 41"/>
          <p:cNvSpPr txBox="1">
            <a:spLocks noChangeArrowheads="1"/>
          </p:cNvSpPr>
          <p:nvPr/>
        </p:nvSpPr>
        <p:spPr bwMode="auto">
          <a:xfrm>
            <a:off x="6781800" y="5486400"/>
            <a:ext cx="1443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accept</a:t>
            </a:r>
          </a:p>
        </p:txBody>
      </p:sp>
      <p:sp>
        <p:nvSpPr>
          <p:cNvPr id="77865" name="Oval 42"/>
          <p:cNvSpPr>
            <a:spLocks noChangeArrowheads="1"/>
          </p:cNvSpPr>
          <p:nvPr/>
        </p:nvSpPr>
        <p:spPr bwMode="auto">
          <a:xfrm>
            <a:off x="16764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7866" name="Oval 43"/>
          <p:cNvSpPr>
            <a:spLocks noChangeArrowheads="1"/>
          </p:cNvSpPr>
          <p:nvPr/>
        </p:nvSpPr>
        <p:spPr bwMode="auto">
          <a:xfrm>
            <a:off x="4267200" y="46482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7867" name="Text Box 44"/>
          <p:cNvSpPr txBox="1">
            <a:spLocks noChangeArrowheads="1"/>
          </p:cNvSpPr>
          <p:nvPr/>
        </p:nvSpPr>
        <p:spPr bwMode="auto">
          <a:xfrm>
            <a:off x="4114800" y="5486400"/>
            <a:ext cx="1443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accept</a:t>
            </a:r>
          </a:p>
        </p:txBody>
      </p:sp>
      <p:sp>
        <p:nvSpPr>
          <p:cNvPr id="77868" name="Text Box 45"/>
          <p:cNvSpPr txBox="1">
            <a:spLocks noChangeArrowheads="1"/>
          </p:cNvSpPr>
          <p:nvPr/>
        </p:nvSpPr>
        <p:spPr bwMode="auto">
          <a:xfrm>
            <a:off x="1371600" y="5486400"/>
            <a:ext cx="1443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accept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3F8D24F-8A4F-4F15-BE10-81DED124F82B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0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09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0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0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09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0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0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09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/>
      <p:bldP spid="8093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5B4FDF4E-A815-4F35-AF50-22C32A334FD3}" type="slidenum">
              <a:rPr lang="en-US" sz="1400" smtClean="0">
                <a:latin typeface="Times New Roman" panose="02020603050405020304" pitchFamily="18" charset="0"/>
                <a:cs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32</a:t>
            </a:fld>
            <a:endParaRPr lang="en-US" sz="1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12738"/>
            <a:ext cx="7886700" cy="831850"/>
          </a:xfrm>
        </p:spPr>
        <p:txBody>
          <a:bodyPr/>
          <a:lstStyle/>
          <a:p>
            <a:r>
              <a:rPr lang="en-US" sz="3200" b="1">
                <a:solidFill>
                  <a:schemeClr val="accent2"/>
                </a:solidFill>
                <a:latin typeface="Comic Sans MS" panose="030F0702030302020204" pitchFamily="66" charset="0"/>
              </a:rPr>
              <a:t>Example</a:t>
            </a:r>
          </a:p>
        </p:txBody>
      </p:sp>
      <p:sp>
        <p:nvSpPr>
          <p:cNvPr id="78852" name="Oval 4"/>
          <p:cNvSpPr>
            <a:spLocks noChangeArrowheads="1"/>
          </p:cNvSpPr>
          <p:nvPr/>
        </p:nvSpPr>
        <p:spPr bwMode="auto">
          <a:xfrm>
            <a:off x="1219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8853" name="Oval 5"/>
          <p:cNvSpPr>
            <a:spLocks noChangeArrowheads="1"/>
          </p:cNvSpPr>
          <p:nvPr/>
        </p:nvSpPr>
        <p:spPr bwMode="auto">
          <a:xfrm>
            <a:off x="441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8854" name="Oval 6"/>
          <p:cNvSpPr>
            <a:spLocks noChangeArrowheads="1"/>
          </p:cNvSpPr>
          <p:nvPr/>
        </p:nvSpPr>
        <p:spPr bwMode="auto">
          <a:xfrm>
            <a:off x="7391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8855" name="Line 7"/>
          <p:cNvSpPr>
            <a:spLocks noChangeShapeType="1"/>
          </p:cNvSpPr>
          <p:nvPr/>
        </p:nvSpPr>
        <p:spPr bwMode="auto">
          <a:xfrm>
            <a:off x="609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6" name="Oval 8"/>
          <p:cNvSpPr>
            <a:spLocks noChangeArrowheads="1"/>
          </p:cNvSpPr>
          <p:nvPr/>
        </p:nvSpPr>
        <p:spPr bwMode="auto">
          <a:xfrm>
            <a:off x="4191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78857" name="Line 9"/>
          <p:cNvSpPr>
            <a:spLocks noChangeShapeType="1"/>
          </p:cNvSpPr>
          <p:nvPr/>
        </p:nvSpPr>
        <p:spPr bwMode="auto">
          <a:xfrm>
            <a:off x="1905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8" name="Line 10"/>
          <p:cNvSpPr>
            <a:spLocks noChangeShapeType="1"/>
          </p:cNvSpPr>
          <p:nvPr/>
        </p:nvSpPr>
        <p:spPr bwMode="auto">
          <a:xfrm>
            <a:off x="5334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9" name="Freeform 11"/>
          <p:cNvSpPr>
            <a:spLocks/>
          </p:cNvSpPr>
          <p:nvPr/>
        </p:nvSpPr>
        <p:spPr bwMode="auto">
          <a:xfrm>
            <a:off x="1117600" y="34163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0" name="Freeform 12"/>
          <p:cNvSpPr>
            <a:spLocks/>
          </p:cNvSpPr>
          <p:nvPr/>
        </p:nvSpPr>
        <p:spPr bwMode="auto">
          <a:xfrm>
            <a:off x="7239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8861" name="Object 13"/>
          <p:cNvGraphicFramePr>
            <a:graphicFrameLocks noChangeAspect="1"/>
          </p:cNvGraphicFramePr>
          <p:nvPr/>
        </p:nvGraphicFramePr>
        <p:xfrm>
          <a:off x="1371600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7886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2" name="Object 14"/>
          <p:cNvGraphicFramePr>
            <a:graphicFrameLocks noChangeAspect="1"/>
          </p:cNvGraphicFramePr>
          <p:nvPr/>
        </p:nvGraphicFramePr>
        <p:xfrm>
          <a:off x="2743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279" imgH="380835" progId="Equation.3">
                  <p:embed/>
                </p:oleObj>
              </mc:Choice>
              <mc:Fallback>
                <p:oleObj name="Equation" r:id="rId4" imgW="279279" imgH="380835" progId="Equation.3">
                  <p:embed/>
                  <p:pic>
                    <p:nvPicPr>
                      <p:cNvPr id="78862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3" name="Object 15"/>
          <p:cNvGraphicFramePr>
            <a:graphicFrameLocks noChangeAspect="1"/>
          </p:cNvGraphicFramePr>
          <p:nvPr/>
        </p:nvGraphicFramePr>
        <p:xfrm>
          <a:off x="5867400" y="4267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72808" imgH="444307" progId="Equation.3">
                  <p:embed/>
                </p:oleObj>
              </mc:Choice>
              <mc:Fallback>
                <p:oleObj name="Equation" r:id="rId6" imgW="672808" imgH="444307" progId="Equation.3">
                  <p:embed/>
                  <p:pic>
                    <p:nvPicPr>
                      <p:cNvPr id="788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267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4" name="Object 16"/>
          <p:cNvGraphicFramePr>
            <a:graphicFrameLocks noChangeAspect="1"/>
          </p:cNvGraphicFramePr>
          <p:nvPr/>
        </p:nvGraphicFramePr>
        <p:xfrm>
          <a:off x="73152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7886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5" name="Object 17"/>
          <p:cNvGraphicFramePr>
            <a:graphicFrameLocks noChangeAspect="1"/>
          </p:cNvGraphicFramePr>
          <p:nvPr/>
        </p:nvGraphicFramePr>
        <p:xfrm>
          <a:off x="1371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469900" progId="Equation.3">
                  <p:embed/>
                </p:oleObj>
              </mc:Choice>
              <mc:Fallback>
                <p:oleObj name="Equation" r:id="rId9" imgW="419100" imgH="469900" progId="Equation.3">
                  <p:embed/>
                  <p:pic>
                    <p:nvPicPr>
                      <p:cNvPr id="7886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6" name="Object 18"/>
          <p:cNvGraphicFramePr>
            <a:graphicFrameLocks noChangeAspect="1"/>
          </p:cNvGraphicFramePr>
          <p:nvPr/>
        </p:nvGraphicFramePr>
        <p:xfrm>
          <a:off x="4610100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2751" imgH="469696" progId="Equation.3">
                  <p:embed/>
                </p:oleObj>
              </mc:Choice>
              <mc:Fallback>
                <p:oleObj name="Equation" r:id="rId11" imgW="342751" imgH="469696" progId="Equation.3">
                  <p:embed/>
                  <p:pic>
                    <p:nvPicPr>
                      <p:cNvPr id="7886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0100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67" name="Object 19"/>
          <p:cNvGraphicFramePr>
            <a:graphicFrameLocks noChangeAspect="1"/>
          </p:cNvGraphicFramePr>
          <p:nvPr/>
        </p:nvGraphicFramePr>
        <p:xfrm>
          <a:off x="7480300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529" imgH="469696" progId="Equation.3">
                  <p:embed/>
                </p:oleObj>
              </mc:Choice>
              <mc:Fallback>
                <p:oleObj name="Equation" r:id="rId13" imgW="393529" imgH="469696" progId="Equation.3">
                  <p:embed/>
                  <p:pic>
                    <p:nvPicPr>
                      <p:cNvPr id="7886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41" name="Object 20"/>
          <p:cNvGraphicFramePr>
            <a:graphicFrameLocks noChangeAspect="1"/>
          </p:cNvGraphicFramePr>
          <p:nvPr/>
        </p:nvGraphicFramePr>
        <p:xfrm>
          <a:off x="2514600" y="1519238"/>
          <a:ext cx="40767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76700" imgH="711200" progId="Equation.3">
                  <p:embed/>
                </p:oleObj>
              </mc:Choice>
              <mc:Fallback>
                <p:oleObj name="Equation" r:id="rId15" imgW="4076700" imgH="711200" progId="Equation.3">
                  <p:embed/>
                  <p:pic>
                    <p:nvPicPr>
                      <p:cNvPr id="8194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519238"/>
                        <a:ext cx="40767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9" name="Text Box 21"/>
          <p:cNvSpPr txBox="1">
            <a:spLocks noChangeArrowheads="1"/>
          </p:cNvSpPr>
          <p:nvPr/>
        </p:nvSpPr>
        <p:spPr bwMode="auto">
          <a:xfrm>
            <a:off x="4114800" y="5334000"/>
            <a:ext cx="1443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accept</a:t>
            </a:r>
          </a:p>
        </p:txBody>
      </p:sp>
      <p:sp>
        <p:nvSpPr>
          <p:cNvPr id="78870" name="Text Box 22"/>
          <p:cNvSpPr txBox="1">
            <a:spLocks noChangeArrowheads="1"/>
          </p:cNvSpPr>
          <p:nvPr/>
        </p:nvSpPr>
        <p:spPr bwMode="auto">
          <a:xfrm>
            <a:off x="6756400" y="5130800"/>
            <a:ext cx="2362200" cy="117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trap state/</a:t>
            </a:r>
          </a:p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sz="3200">
                <a:solidFill>
                  <a:schemeClr val="accent2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dead state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919CA93-102C-4F00-BD2B-2C78A05CD7D3}" type="datetime1">
              <a:rPr lang="en-US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97CDE5F-FE29-449B-B070-05BEAF8FA2DC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751839"/>
          </a:xfrm>
        </p:spPr>
        <p:txBody>
          <a:bodyPr/>
          <a:lstStyle/>
          <a:p>
            <a:r>
              <a:rPr lang="en-US" altLang="en-US" dirty="0"/>
              <a:t>Formal Definition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898706"/>
            <a:ext cx="7886700" cy="3879669"/>
          </a:xfrm>
        </p:spPr>
        <p:txBody>
          <a:bodyPr/>
          <a:lstStyle/>
          <a:p>
            <a:r>
              <a:rPr lang="en-US" altLang="en-US" dirty="0"/>
              <a:t>   Finite Automaton (FA)</a:t>
            </a:r>
          </a:p>
        </p:txBody>
      </p:sp>
      <p:graphicFrame>
        <p:nvGraphicFramePr>
          <p:cNvPr id="36869" name="Object 4"/>
          <p:cNvGraphicFramePr>
            <a:graphicFrameLocks noChangeAspect="1"/>
          </p:cNvGraphicFramePr>
          <p:nvPr/>
        </p:nvGraphicFramePr>
        <p:xfrm>
          <a:off x="2603500" y="1701800"/>
          <a:ext cx="3886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86200" imgH="584200" progId="Equation.3">
                  <p:embed/>
                </p:oleObj>
              </mc:Choice>
              <mc:Fallback>
                <p:oleObj name="Equation" r:id="rId2" imgW="3886200" imgH="584200" progId="Equation.3">
                  <p:embed/>
                  <p:pic>
                    <p:nvPicPr>
                      <p:cNvPr id="3686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1701800"/>
                        <a:ext cx="38862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0" name="Object 5"/>
          <p:cNvGraphicFramePr>
            <a:graphicFrameLocks noChangeAspect="1"/>
          </p:cNvGraphicFramePr>
          <p:nvPr/>
        </p:nvGraphicFramePr>
        <p:xfrm>
          <a:off x="685800" y="2667000"/>
          <a:ext cx="3921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520474" progId="Equation.3">
                  <p:embed/>
                </p:oleObj>
              </mc:Choice>
              <mc:Fallback>
                <p:oleObj name="Equation" r:id="rId4" imgW="393529" imgH="520474" progId="Equation.3">
                  <p:embed/>
                  <p:pic>
                    <p:nvPicPr>
                      <p:cNvPr id="3687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667000"/>
                        <a:ext cx="3921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6"/>
          <p:cNvGraphicFramePr>
            <a:graphicFrameLocks noChangeAspect="1"/>
          </p:cNvGraphicFramePr>
          <p:nvPr/>
        </p:nvGraphicFramePr>
        <p:xfrm>
          <a:off x="762000" y="3429000"/>
          <a:ext cx="3286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057" imgH="393529" progId="Equation.3">
                  <p:embed/>
                </p:oleObj>
              </mc:Choice>
              <mc:Fallback>
                <p:oleObj name="Equation" r:id="rId6" imgW="330057" imgH="393529" progId="Equation.3">
                  <p:embed/>
                  <p:pic>
                    <p:nvPicPr>
                      <p:cNvPr id="3687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429000"/>
                        <a:ext cx="3286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7"/>
          <p:cNvGraphicFramePr>
            <a:graphicFrameLocks noChangeAspect="1"/>
          </p:cNvGraphicFramePr>
          <p:nvPr/>
        </p:nvGraphicFramePr>
        <p:xfrm>
          <a:off x="762000" y="4267200"/>
          <a:ext cx="330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200" imgH="419100" progId="Equation.3">
                  <p:embed/>
                </p:oleObj>
              </mc:Choice>
              <mc:Fallback>
                <p:oleObj name="Equation" r:id="rId8" imgW="330200" imgH="419100" progId="Equation.3">
                  <p:embed/>
                  <p:pic>
                    <p:nvPicPr>
                      <p:cNvPr id="3687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267200"/>
                        <a:ext cx="330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8"/>
          <p:cNvGraphicFramePr>
            <a:graphicFrameLocks noChangeAspect="1"/>
          </p:cNvGraphicFramePr>
          <p:nvPr/>
        </p:nvGraphicFramePr>
        <p:xfrm>
          <a:off x="685800" y="48768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2391" imgH="583947" progId="Equation.3">
                  <p:embed/>
                </p:oleObj>
              </mc:Choice>
              <mc:Fallback>
                <p:oleObj name="Equation" r:id="rId10" imgW="482391" imgH="583947" progId="Equation.3">
                  <p:embed/>
                  <p:pic>
                    <p:nvPicPr>
                      <p:cNvPr id="3687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8768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4" name="Object 9"/>
          <p:cNvGraphicFramePr>
            <a:graphicFrameLocks noChangeAspect="1"/>
          </p:cNvGraphicFramePr>
          <p:nvPr/>
        </p:nvGraphicFramePr>
        <p:xfrm>
          <a:off x="654050" y="5861050"/>
          <a:ext cx="4048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48" imgH="393359" progId="Equation.3">
                  <p:embed/>
                </p:oleObj>
              </mc:Choice>
              <mc:Fallback>
                <p:oleObj name="Equation" r:id="rId12" imgW="406048" imgH="393359" progId="Equation.3">
                  <p:embed/>
                  <p:pic>
                    <p:nvPicPr>
                      <p:cNvPr id="3687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5861050"/>
                        <a:ext cx="4048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1431925" y="2616200"/>
            <a:ext cx="29178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: set of states</a:t>
            </a:r>
          </a:p>
        </p:txBody>
      </p:sp>
      <p:sp>
        <p:nvSpPr>
          <p:cNvPr id="36876" name="Text Box 12"/>
          <p:cNvSpPr txBox="1">
            <a:spLocks noChangeArrowheads="1"/>
          </p:cNvSpPr>
          <p:nvPr/>
        </p:nvSpPr>
        <p:spPr bwMode="auto">
          <a:xfrm>
            <a:off x="1355725" y="3378200"/>
            <a:ext cx="3133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: input alphabet</a:t>
            </a:r>
          </a:p>
        </p:txBody>
      </p:sp>
      <p:sp>
        <p:nvSpPr>
          <p:cNvPr id="36877" name="Text Box 13"/>
          <p:cNvSpPr txBox="1">
            <a:spLocks noChangeArrowheads="1"/>
          </p:cNvSpPr>
          <p:nvPr/>
        </p:nvSpPr>
        <p:spPr bwMode="auto">
          <a:xfrm>
            <a:off x="1279525" y="4216400"/>
            <a:ext cx="39782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: transition function</a:t>
            </a:r>
          </a:p>
        </p:txBody>
      </p:sp>
      <p:sp>
        <p:nvSpPr>
          <p:cNvPr id="36878" name="Text Box 15"/>
          <p:cNvSpPr txBox="1">
            <a:spLocks noChangeArrowheads="1"/>
          </p:cNvSpPr>
          <p:nvPr/>
        </p:nvSpPr>
        <p:spPr bwMode="auto">
          <a:xfrm>
            <a:off x="1355725" y="4978400"/>
            <a:ext cx="2630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: initial state</a:t>
            </a:r>
          </a:p>
        </p:txBody>
      </p:sp>
      <p:sp>
        <p:nvSpPr>
          <p:cNvPr id="36879" name="Text Box 16"/>
          <p:cNvSpPr txBox="1">
            <a:spLocks noChangeArrowheads="1"/>
          </p:cNvSpPr>
          <p:nvPr/>
        </p:nvSpPr>
        <p:spPr bwMode="auto">
          <a:xfrm>
            <a:off x="1355725" y="5740400"/>
            <a:ext cx="4841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: set of accepting states</a:t>
            </a:r>
          </a:p>
        </p:txBody>
      </p:sp>
    </p:spTree>
    <p:extLst>
      <p:ext uri="{BB962C8B-B14F-4D97-AF65-F5344CB8AC3E}">
        <p14:creationId xmlns:p14="http://schemas.microsoft.com/office/powerpoint/2010/main" val="1894334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89215A7-6139-4F38-AC9D-225318AA970B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Input Alphabet </a:t>
            </a:r>
          </a:p>
        </p:txBody>
      </p:sp>
      <p:sp>
        <p:nvSpPr>
          <p:cNvPr id="37892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graphicFrame>
        <p:nvGraphicFramePr>
          <p:cNvPr id="37893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975829"/>
              </p:ext>
            </p:extLst>
          </p:nvPr>
        </p:nvGraphicFramePr>
        <p:xfrm>
          <a:off x="4633096" y="580299"/>
          <a:ext cx="3286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057" imgH="393529" progId="Equation.3">
                  <p:embed/>
                </p:oleObj>
              </mc:Choice>
              <mc:Fallback>
                <p:oleObj name="Equation" r:id="rId2" imgW="330057" imgH="393529" progId="Equation.3">
                  <p:embed/>
                  <p:pic>
                    <p:nvPicPr>
                      <p:cNvPr id="37893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3096" y="580299"/>
                        <a:ext cx="3286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Oval 1029"/>
          <p:cNvSpPr>
            <a:spLocks noChangeArrowheads="1"/>
          </p:cNvSpPr>
          <p:nvPr/>
        </p:nvSpPr>
        <p:spPr bwMode="auto">
          <a:xfrm>
            <a:off x="14478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7895" name="Oval 1030"/>
          <p:cNvSpPr>
            <a:spLocks noChangeArrowheads="1"/>
          </p:cNvSpPr>
          <p:nvPr/>
        </p:nvSpPr>
        <p:spPr bwMode="auto">
          <a:xfrm>
            <a:off x="40386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7896" name="Oval 1031"/>
          <p:cNvSpPr>
            <a:spLocks noChangeArrowheads="1"/>
          </p:cNvSpPr>
          <p:nvPr/>
        </p:nvSpPr>
        <p:spPr bwMode="auto">
          <a:xfrm>
            <a:off x="53340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7897" name="Oval 1032"/>
          <p:cNvSpPr>
            <a:spLocks noChangeArrowheads="1"/>
          </p:cNvSpPr>
          <p:nvPr/>
        </p:nvSpPr>
        <p:spPr bwMode="auto">
          <a:xfrm>
            <a:off x="67056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7898" name="Oval 1033"/>
          <p:cNvSpPr>
            <a:spLocks noChangeArrowheads="1"/>
          </p:cNvSpPr>
          <p:nvPr/>
        </p:nvSpPr>
        <p:spPr bwMode="auto">
          <a:xfrm>
            <a:off x="6553200" y="5232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7899" name="Line 1034"/>
          <p:cNvSpPr>
            <a:spLocks noChangeShapeType="1"/>
          </p:cNvSpPr>
          <p:nvPr/>
        </p:nvSpPr>
        <p:spPr bwMode="auto">
          <a:xfrm>
            <a:off x="838200" y="5689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0" name="Line 1035"/>
          <p:cNvSpPr>
            <a:spLocks noChangeShapeType="1"/>
          </p:cNvSpPr>
          <p:nvPr/>
        </p:nvSpPr>
        <p:spPr bwMode="auto">
          <a:xfrm>
            <a:off x="32766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1" name="Line 1036"/>
          <p:cNvSpPr>
            <a:spLocks noChangeShapeType="1"/>
          </p:cNvSpPr>
          <p:nvPr/>
        </p:nvSpPr>
        <p:spPr bwMode="auto">
          <a:xfrm>
            <a:off x="45720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02" name="Line 1037"/>
          <p:cNvSpPr>
            <a:spLocks noChangeShapeType="1"/>
          </p:cNvSpPr>
          <p:nvPr/>
        </p:nvSpPr>
        <p:spPr bwMode="auto">
          <a:xfrm>
            <a:off x="5867400" y="5689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03" name="Object 1038"/>
          <p:cNvGraphicFramePr>
            <a:graphicFrameLocks noChangeAspect="1"/>
          </p:cNvGraphicFramePr>
          <p:nvPr/>
        </p:nvGraphicFramePr>
        <p:xfrm>
          <a:off x="1524000" y="5384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37903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384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4" name="Oval 1039"/>
          <p:cNvSpPr>
            <a:spLocks noChangeArrowheads="1"/>
          </p:cNvSpPr>
          <p:nvPr/>
        </p:nvSpPr>
        <p:spPr bwMode="auto">
          <a:xfrm>
            <a:off x="27432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7905" name="Object 1040"/>
          <p:cNvGraphicFramePr>
            <a:graphicFrameLocks noChangeAspect="1"/>
          </p:cNvGraphicFramePr>
          <p:nvPr/>
        </p:nvGraphicFramePr>
        <p:xfrm>
          <a:off x="2857500" y="5384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37905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384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1041"/>
          <p:cNvGraphicFramePr>
            <a:graphicFrameLocks noChangeAspect="1"/>
          </p:cNvGraphicFramePr>
          <p:nvPr/>
        </p:nvGraphicFramePr>
        <p:xfrm>
          <a:off x="4127500" y="5384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37906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5384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1042"/>
          <p:cNvGraphicFramePr>
            <a:graphicFrameLocks noChangeAspect="1"/>
          </p:cNvGraphicFramePr>
          <p:nvPr/>
        </p:nvGraphicFramePr>
        <p:xfrm>
          <a:off x="5422900" y="5384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37907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5384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1043"/>
          <p:cNvGraphicFramePr>
            <a:graphicFrameLocks noChangeAspect="1"/>
          </p:cNvGraphicFramePr>
          <p:nvPr/>
        </p:nvGraphicFramePr>
        <p:xfrm>
          <a:off x="6781800" y="5384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37908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384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Line 1044"/>
          <p:cNvSpPr>
            <a:spLocks noChangeShapeType="1"/>
          </p:cNvSpPr>
          <p:nvPr/>
        </p:nvSpPr>
        <p:spPr bwMode="auto">
          <a:xfrm>
            <a:off x="19812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10" name="Object 1045"/>
          <p:cNvGraphicFramePr>
            <a:graphicFrameLocks noChangeAspect="1"/>
          </p:cNvGraphicFramePr>
          <p:nvPr/>
        </p:nvGraphicFramePr>
        <p:xfrm>
          <a:off x="2209800" y="5384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791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384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1" name="Object 1046"/>
          <p:cNvGraphicFramePr>
            <a:graphicFrameLocks noChangeAspect="1"/>
          </p:cNvGraphicFramePr>
          <p:nvPr/>
        </p:nvGraphicFramePr>
        <p:xfrm>
          <a:off x="3505200" y="5308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37911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08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1047"/>
          <p:cNvGraphicFramePr>
            <a:graphicFrameLocks noChangeAspect="1"/>
          </p:cNvGraphicFramePr>
          <p:nvPr/>
        </p:nvGraphicFramePr>
        <p:xfrm>
          <a:off x="4800600" y="5308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37912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308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3" name="Object 1048"/>
          <p:cNvGraphicFramePr>
            <a:graphicFrameLocks noChangeAspect="1"/>
          </p:cNvGraphicFramePr>
          <p:nvPr/>
        </p:nvGraphicFramePr>
        <p:xfrm>
          <a:off x="6096000" y="5384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7913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384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4" name="Oval 1050"/>
          <p:cNvSpPr>
            <a:spLocks noChangeArrowheads="1"/>
          </p:cNvSpPr>
          <p:nvPr/>
        </p:nvSpPr>
        <p:spPr bwMode="auto">
          <a:xfrm>
            <a:off x="6108700" y="4102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7915" name="Object 1051"/>
          <p:cNvGraphicFramePr>
            <a:graphicFrameLocks noChangeAspect="1"/>
          </p:cNvGraphicFramePr>
          <p:nvPr/>
        </p:nvGraphicFramePr>
        <p:xfrm>
          <a:off x="6184900" y="4102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224" imgH="469696" progId="Equation.3">
                  <p:embed/>
                </p:oleObj>
              </mc:Choice>
              <mc:Fallback>
                <p:oleObj name="Equation" r:id="rId20" imgW="406224" imgH="469696" progId="Equation.3">
                  <p:embed/>
                  <p:pic>
                    <p:nvPicPr>
                      <p:cNvPr id="37915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4102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6" name="Object 1052"/>
          <p:cNvGraphicFramePr>
            <a:graphicFrameLocks noChangeAspect="1"/>
          </p:cNvGraphicFramePr>
          <p:nvPr/>
        </p:nvGraphicFramePr>
        <p:xfrm>
          <a:off x="3048000" y="4927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7916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927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7" name="Object 1053"/>
          <p:cNvGraphicFramePr>
            <a:graphicFrameLocks noChangeAspect="1"/>
          </p:cNvGraphicFramePr>
          <p:nvPr/>
        </p:nvGraphicFramePr>
        <p:xfrm>
          <a:off x="4267200" y="500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37917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00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8" name="Object 1054"/>
          <p:cNvGraphicFramePr>
            <a:graphicFrameLocks noChangeAspect="1"/>
          </p:cNvGraphicFramePr>
          <p:nvPr/>
        </p:nvGraphicFramePr>
        <p:xfrm>
          <a:off x="5562600" y="4927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7918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927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9" name="Object 1055"/>
          <p:cNvGraphicFramePr>
            <a:graphicFrameLocks noChangeAspect="1"/>
          </p:cNvGraphicFramePr>
          <p:nvPr/>
        </p:nvGraphicFramePr>
        <p:xfrm>
          <a:off x="1676400" y="4851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37919" name="Object 1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851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0" name="Freeform 1056"/>
          <p:cNvSpPr>
            <a:spLocks/>
          </p:cNvSpPr>
          <p:nvPr/>
        </p:nvSpPr>
        <p:spPr bwMode="auto">
          <a:xfrm>
            <a:off x="5943600" y="3327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21" name="Object 1057"/>
          <p:cNvGraphicFramePr>
            <a:graphicFrameLocks noChangeAspect="1"/>
          </p:cNvGraphicFramePr>
          <p:nvPr/>
        </p:nvGraphicFramePr>
        <p:xfrm>
          <a:off x="5956300" y="2882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08" imgH="444307" progId="Equation.3">
                  <p:embed/>
                </p:oleObj>
              </mc:Choice>
              <mc:Fallback>
                <p:oleObj name="Equation" r:id="rId26" imgW="672808" imgH="444307" progId="Equation.3">
                  <p:embed/>
                  <p:pic>
                    <p:nvPicPr>
                      <p:cNvPr id="37921" name="Object 10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882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2" name="Line 1058"/>
          <p:cNvSpPr>
            <a:spLocks noChangeShapeType="1"/>
          </p:cNvSpPr>
          <p:nvPr/>
        </p:nvSpPr>
        <p:spPr bwMode="auto">
          <a:xfrm flipV="1">
            <a:off x="5715000" y="4622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23" name="Freeform 1059"/>
          <p:cNvSpPr>
            <a:spLocks/>
          </p:cNvSpPr>
          <p:nvPr/>
        </p:nvSpPr>
        <p:spPr bwMode="auto">
          <a:xfrm>
            <a:off x="4419600" y="4470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24" name="Freeform 1060"/>
          <p:cNvSpPr>
            <a:spLocks/>
          </p:cNvSpPr>
          <p:nvPr/>
        </p:nvSpPr>
        <p:spPr bwMode="auto">
          <a:xfrm>
            <a:off x="3124200" y="4279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25" name="Freeform 1061"/>
          <p:cNvSpPr>
            <a:spLocks/>
          </p:cNvSpPr>
          <p:nvPr/>
        </p:nvSpPr>
        <p:spPr bwMode="auto">
          <a:xfrm>
            <a:off x="1828800" y="3657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7926" name="Object 1063"/>
          <p:cNvGraphicFramePr>
            <a:graphicFrameLocks noChangeAspect="1"/>
          </p:cNvGraphicFramePr>
          <p:nvPr/>
        </p:nvGraphicFramePr>
        <p:xfrm>
          <a:off x="1568450" y="1320800"/>
          <a:ext cx="1841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841500" imgH="558800" progId="Equation.3">
                  <p:embed/>
                </p:oleObj>
              </mc:Choice>
              <mc:Fallback>
                <p:oleObj name="Equation" r:id="rId28" imgW="1841500" imgH="558800" progId="Equation.3">
                  <p:embed/>
                  <p:pic>
                    <p:nvPicPr>
                      <p:cNvPr id="37926" name="Object 10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1320800"/>
                        <a:ext cx="1841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27" name="Group 1064"/>
          <p:cNvGrpSpPr>
            <a:grpSpLocks/>
          </p:cNvGrpSpPr>
          <p:nvPr/>
        </p:nvGrpSpPr>
        <p:grpSpPr bwMode="auto">
          <a:xfrm>
            <a:off x="6553200" y="4648200"/>
            <a:ext cx="900113" cy="609600"/>
            <a:chOff x="4224" y="1824"/>
            <a:chExt cx="567" cy="384"/>
          </a:xfrm>
        </p:grpSpPr>
        <p:graphicFrame>
          <p:nvGraphicFramePr>
            <p:cNvPr id="37928" name="Object 106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37928" name="Object 10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29" name="Line 106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10480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99CC8AAB-81A3-41C9-9154-D0602647B49F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of States 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graphicFrame>
        <p:nvGraphicFramePr>
          <p:cNvPr id="389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591344"/>
              </p:ext>
            </p:extLst>
          </p:nvPr>
        </p:nvGraphicFramePr>
        <p:xfrm>
          <a:off x="4109243" y="491693"/>
          <a:ext cx="3921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3529" imgH="520474" progId="Equation.3">
                  <p:embed/>
                </p:oleObj>
              </mc:Choice>
              <mc:Fallback>
                <p:oleObj name="Equation" r:id="rId2" imgW="393529" imgH="520474" progId="Equation.3">
                  <p:embed/>
                  <p:pic>
                    <p:nvPicPr>
                      <p:cNvPr id="3891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9243" y="491693"/>
                        <a:ext cx="3921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Oval 5"/>
          <p:cNvSpPr>
            <a:spLocks noChangeArrowheads="1"/>
          </p:cNvSpPr>
          <p:nvPr/>
        </p:nvSpPr>
        <p:spPr bwMode="auto">
          <a:xfrm>
            <a:off x="14478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8919" name="Oval 6"/>
          <p:cNvSpPr>
            <a:spLocks noChangeArrowheads="1"/>
          </p:cNvSpPr>
          <p:nvPr/>
        </p:nvSpPr>
        <p:spPr bwMode="auto">
          <a:xfrm>
            <a:off x="40386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8920" name="Oval 7"/>
          <p:cNvSpPr>
            <a:spLocks noChangeArrowheads="1"/>
          </p:cNvSpPr>
          <p:nvPr/>
        </p:nvSpPr>
        <p:spPr bwMode="auto">
          <a:xfrm>
            <a:off x="53340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8921" name="Oval 8"/>
          <p:cNvSpPr>
            <a:spLocks noChangeArrowheads="1"/>
          </p:cNvSpPr>
          <p:nvPr/>
        </p:nvSpPr>
        <p:spPr bwMode="auto">
          <a:xfrm>
            <a:off x="67056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8922" name="Oval 9"/>
          <p:cNvSpPr>
            <a:spLocks noChangeArrowheads="1"/>
          </p:cNvSpPr>
          <p:nvPr/>
        </p:nvSpPr>
        <p:spPr bwMode="auto">
          <a:xfrm>
            <a:off x="6553200" y="5105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8923" name="Line 10"/>
          <p:cNvSpPr>
            <a:spLocks noChangeShapeType="1"/>
          </p:cNvSpPr>
          <p:nvPr/>
        </p:nvSpPr>
        <p:spPr bwMode="auto">
          <a:xfrm>
            <a:off x="838200" y="5562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4" name="Line 11"/>
          <p:cNvSpPr>
            <a:spLocks noChangeShapeType="1"/>
          </p:cNvSpPr>
          <p:nvPr/>
        </p:nvSpPr>
        <p:spPr bwMode="auto">
          <a:xfrm>
            <a:off x="32766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5" name="Line 12"/>
          <p:cNvSpPr>
            <a:spLocks noChangeShapeType="1"/>
          </p:cNvSpPr>
          <p:nvPr/>
        </p:nvSpPr>
        <p:spPr bwMode="auto">
          <a:xfrm>
            <a:off x="45720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26" name="Line 13"/>
          <p:cNvSpPr>
            <a:spLocks noChangeShapeType="1"/>
          </p:cNvSpPr>
          <p:nvPr/>
        </p:nvSpPr>
        <p:spPr bwMode="auto">
          <a:xfrm>
            <a:off x="5867400" y="556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27" name="Object 14"/>
          <p:cNvGraphicFramePr>
            <a:graphicFrameLocks noChangeAspect="1"/>
          </p:cNvGraphicFramePr>
          <p:nvPr/>
        </p:nvGraphicFramePr>
        <p:xfrm>
          <a:off x="1524000" y="5257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3892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5257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8" name="Oval 15"/>
          <p:cNvSpPr>
            <a:spLocks noChangeArrowheads="1"/>
          </p:cNvSpPr>
          <p:nvPr/>
        </p:nvSpPr>
        <p:spPr bwMode="auto">
          <a:xfrm>
            <a:off x="2743200" y="5257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8929" name="Object 16"/>
          <p:cNvGraphicFramePr>
            <a:graphicFrameLocks noChangeAspect="1"/>
          </p:cNvGraphicFramePr>
          <p:nvPr/>
        </p:nvGraphicFramePr>
        <p:xfrm>
          <a:off x="2857500" y="5257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3892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5257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17"/>
          <p:cNvGraphicFramePr>
            <a:graphicFrameLocks noChangeAspect="1"/>
          </p:cNvGraphicFramePr>
          <p:nvPr/>
        </p:nvGraphicFramePr>
        <p:xfrm>
          <a:off x="4127500" y="5257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3893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5257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1" name="Object 18"/>
          <p:cNvGraphicFramePr>
            <a:graphicFrameLocks noChangeAspect="1"/>
          </p:cNvGraphicFramePr>
          <p:nvPr/>
        </p:nvGraphicFramePr>
        <p:xfrm>
          <a:off x="5422900" y="5257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3893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5257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2" name="Object 19"/>
          <p:cNvGraphicFramePr>
            <a:graphicFrameLocks noChangeAspect="1"/>
          </p:cNvGraphicFramePr>
          <p:nvPr/>
        </p:nvGraphicFramePr>
        <p:xfrm>
          <a:off x="6781800" y="5257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3893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3" name="Line 20"/>
          <p:cNvSpPr>
            <a:spLocks noChangeShapeType="1"/>
          </p:cNvSpPr>
          <p:nvPr/>
        </p:nvSpPr>
        <p:spPr bwMode="auto">
          <a:xfrm>
            <a:off x="1981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34" name="Object 21"/>
          <p:cNvGraphicFramePr>
            <a:graphicFrameLocks noChangeAspect="1"/>
          </p:cNvGraphicFramePr>
          <p:nvPr/>
        </p:nvGraphicFramePr>
        <p:xfrm>
          <a:off x="2209800" y="5257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8934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257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5" name="Object 22"/>
          <p:cNvGraphicFramePr>
            <a:graphicFrameLocks noChangeAspect="1"/>
          </p:cNvGraphicFramePr>
          <p:nvPr/>
        </p:nvGraphicFramePr>
        <p:xfrm>
          <a:off x="3505200" y="5181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3893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181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6" name="Object 23"/>
          <p:cNvGraphicFramePr>
            <a:graphicFrameLocks noChangeAspect="1"/>
          </p:cNvGraphicFramePr>
          <p:nvPr/>
        </p:nvGraphicFramePr>
        <p:xfrm>
          <a:off x="4800600" y="5181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3893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5181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7" name="Object 24"/>
          <p:cNvGraphicFramePr>
            <a:graphicFrameLocks noChangeAspect="1"/>
          </p:cNvGraphicFramePr>
          <p:nvPr/>
        </p:nvGraphicFramePr>
        <p:xfrm>
          <a:off x="6096000" y="5257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38937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257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8" name="Oval 26"/>
          <p:cNvSpPr>
            <a:spLocks noChangeArrowheads="1"/>
          </p:cNvSpPr>
          <p:nvPr/>
        </p:nvSpPr>
        <p:spPr bwMode="auto">
          <a:xfrm>
            <a:off x="6108700" y="3975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8939" name="Object 27"/>
          <p:cNvGraphicFramePr>
            <a:graphicFrameLocks noChangeAspect="1"/>
          </p:cNvGraphicFramePr>
          <p:nvPr/>
        </p:nvGraphicFramePr>
        <p:xfrm>
          <a:off x="6184900" y="3975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224" imgH="469696" progId="Equation.3">
                  <p:embed/>
                </p:oleObj>
              </mc:Choice>
              <mc:Fallback>
                <p:oleObj name="Equation" r:id="rId20" imgW="406224" imgH="469696" progId="Equation.3">
                  <p:embed/>
                  <p:pic>
                    <p:nvPicPr>
                      <p:cNvPr id="3893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975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0" name="Object 28"/>
          <p:cNvGraphicFramePr>
            <a:graphicFrameLocks noChangeAspect="1"/>
          </p:cNvGraphicFramePr>
          <p:nvPr/>
        </p:nvGraphicFramePr>
        <p:xfrm>
          <a:off x="3048000" y="4800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3894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00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1" name="Object 29"/>
          <p:cNvGraphicFramePr>
            <a:graphicFrameLocks noChangeAspect="1"/>
          </p:cNvGraphicFramePr>
          <p:nvPr/>
        </p:nvGraphicFramePr>
        <p:xfrm>
          <a:off x="42672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3894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2" name="Object 30"/>
          <p:cNvGraphicFramePr>
            <a:graphicFrameLocks noChangeAspect="1"/>
          </p:cNvGraphicFramePr>
          <p:nvPr/>
        </p:nvGraphicFramePr>
        <p:xfrm>
          <a:off x="5562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3894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3" name="Object 31"/>
          <p:cNvGraphicFramePr>
            <a:graphicFrameLocks noChangeAspect="1"/>
          </p:cNvGraphicFramePr>
          <p:nvPr/>
        </p:nvGraphicFramePr>
        <p:xfrm>
          <a:off x="1676400" y="4724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3894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724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4" name="Freeform 32"/>
          <p:cNvSpPr>
            <a:spLocks/>
          </p:cNvSpPr>
          <p:nvPr/>
        </p:nvSpPr>
        <p:spPr bwMode="auto">
          <a:xfrm>
            <a:off x="5943600" y="3200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45" name="Object 33"/>
          <p:cNvGraphicFramePr>
            <a:graphicFrameLocks noChangeAspect="1"/>
          </p:cNvGraphicFramePr>
          <p:nvPr/>
        </p:nvGraphicFramePr>
        <p:xfrm>
          <a:off x="5956300" y="2755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08" imgH="444307" progId="Equation.3">
                  <p:embed/>
                </p:oleObj>
              </mc:Choice>
              <mc:Fallback>
                <p:oleObj name="Equation" r:id="rId26" imgW="672808" imgH="444307" progId="Equation.3">
                  <p:embed/>
                  <p:pic>
                    <p:nvPicPr>
                      <p:cNvPr id="3894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755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6" name="Line 34"/>
          <p:cNvSpPr>
            <a:spLocks noChangeShapeType="1"/>
          </p:cNvSpPr>
          <p:nvPr/>
        </p:nvSpPr>
        <p:spPr bwMode="auto">
          <a:xfrm flipV="1">
            <a:off x="5715000" y="4495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47" name="Freeform 35"/>
          <p:cNvSpPr>
            <a:spLocks/>
          </p:cNvSpPr>
          <p:nvPr/>
        </p:nvSpPr>
        <p:spPr bwMode="auto">
          <a:xfrm>
            <a:off x="4419600" y="4343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48" name="Freeform 36"/>
          <p:cNvSpPr>
            <a:spLocks/>
          </p:cNvSpPr>
          <p:nvPr/>
        </p:nvSpPr>
        <p:spPr bwMode="auto">
          <a:xfrm>
            <a:off x="3124200" y="4152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49" name="Freeform 37"/>
          <p:cNvSpPr>
            <a:spLocks/>
          </p:cNvSpPr>
          <p:nvPr/>
        </p:nvSpPr>
        <p:spPr bwMode="auto">
          <a:xfrm>
            <a:off x="1828800" y="3530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950" name="Object 39"/>
          <p:cNvGraphicFramePr>
            <a:graphicFrameLocks noChangeAspect="1"/>
          </p:cNvGraphicFramePr>
          <p:nvPr/>
        </p:nvGraphicFramePr>
        <p:xfrm>
          <a:off x="628650" y="1093788"/>
          <a:ext cx="49657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965700" imgH="584200" progId="Equation.3">
                  <p:embed/>
                </p:oleObj>
              </mc:Choice>
              <mc:Fallback>
                <p:oleObj name="Equation" r:id="rId28" imgW="4965700" imgH="584200" progId="Equation.3">
                  <p:embed/>
                  <p:pic>
                    <p:nvPicPr>
                      <p:cNvPr id="3895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1093788"/>
                        <a:ext cx="49657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51" name="Group 40"/>
          <p:cNvGrpSpPr>
            <a:grpSpLocks/>
          </p:cNvGrpSpPr>
          <p:nvPr/>
        </p:nvGrpSpPr>
        <p:grpSpPr bwMode="auto">
          <a:xfrm>
            <a:off x="6553200" y="4495800"/>
            <a:ext cx="900113" cy="609600"/>
            <a:chOff x="4224" y="1824"/>
            <a:chExt cx="567" cy="384"/>
          </a:xfrm>
        </p:grpSpPr>
        <p:graphicFrame>
          <p:nvGraphicFramePr>
            <p:cNvPr id="38952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38952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53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88357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145A4489-1FDC-44EE-8E51-5F5D0E223875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Initial State 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graphicFrame>
        <p:nvGraphicFramePr>
          <p:cNvPr id="399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2811848"/>
              </p:ext>
            </p:extLst>
          </p:nvPr>
        </p:nvGraphicFramePr>
        <p:xfrm>
          <a:off x="4131854" y="370545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391" imgH="583947" progId="Equation.3">
                  <p:embed/>
                </p:oleObj>
              </mc:Choice>
              <mc:Fallback>
                <p:oleObj name="Equation" r:id="rId2" imgW="482391" imgH="583947" progId="Equation.3">
                  <p:embed/>
                  <p:pic>
                    <p:nvPicPr>
                      <p:cNvPr id="399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1854" y="370545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Oval 5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43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44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45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46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47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8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49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0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51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9952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3995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3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3995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4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3995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19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3995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6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57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3995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3995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9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3995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0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3996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1" name="Oval 26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9962" name="Object 27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3996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3" name="Object 28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39963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4" name="Object 29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39964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5" name="Object 30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39965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6" name="Object 31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39966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7" name="Freeform 32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968" name="Object 33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39968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9" name="Line 34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70" name="Freeform 35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71" name="Freeform 36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72" name="Freeform 37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73" name="Line 38"/>
          <p:cNvSpPr>
            <a:spLocks noChangeShapeType="1"/>
          </p:cNvSpPr>
          <p:nvPr/>
        </p:nvSpPr>
        <p:spPr bwMode="auto">
          <a:xfrm>
            <a:off x="13716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9974" name="Group 39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39976" name="Object 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39976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77" name="Line 4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39975" name="Object 42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19100" imgH="469900" progId="Equation.3">
                  <p:embed/>
                </p:oleObj>
              </mc:Choice>
              <mc:Fallback>
                <p:oleObj name="Equation" r:id="rId27" imgW="419100" imgH="469900" progId="Equation.3">
                  <p:embed/>
                  <p:pic>
                    <p:nvPicPr>
                      <p:cNvPr id="39975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29974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12CEB5EC-D047-4E5D-A587-37B41F8DEDC5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Set of Accepting States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graphicFrame>
        <p:nvGraphicFramePr>
          <p:cNvPr id="4096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868628"/>
              </p:ext>
            </p:extLst>
          </p:nvPr>
        </p:nvGraphicFramePr>
        <p:xfrm>
          <a:off x="6522720" y="607785"/>
          <a:ext cx="4048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6048" imgH="393359" progId="Equation.3">
                  <p:embed/>
                </p:oleObj>
              </mc:Choice>
              <mc:Fallback>
                <p:oleObj name="Equation" r:id="rId2" imgW="406048" imgH="393359" progId="Equation.3">
                  <p:embed/>
                  <p:pic>
                    <p:nvPicPr>
                      <p:cNvPr id="4096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2720" y="607785"/>
                        <a:ext cx="4048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Oval 5"/>
          <p:cNvSpPr>
            <a:spLocks noChangeArrowheads="1"/>
          </p:cNvSpPr>
          <p:nvPr/>
        </p:nvSpPr>
        <p:spPr bwMode="auto">
          <a:xfrm>
            <a:off x="144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67" name="Oval 6"/>
          <p:cNvSpPr>
            <a:spLocks noChangeArrowheads="1"/>
          </p:cNvSpPr>
          <p:nvPr/>
        </p:nvSpPr>
        <p:spPr bwMode="auto">
          <a:xfrm>
            <a:off x="4038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68" name="Oval 7"/>
          <p:cNvSpPr>
            <a:spLocks noChangeArrowheads="1"/>
          </p:cNvSpPr>
          <p:nvPr/>
        </p:nvSpPr>
        <p:spPr bwMode="auto">
          <a:xfrm>
            <a:off x="5334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69" name="Oval 8"/>
          <p:cNvSpPr>
            <a:spLocks noChangeArrowheads="1"/>
          </p:cNvSpPr>
          <p:nvPr/>
        </p:nvSpPr>
        <p:spPr bwMode="auto">
          <a:xfrm>
            <a:off x="6705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70" name="Oval 9"/>
          <p:cNvSpPr>
            <a:spLocks noChangeArrowheads="1"/>
          </p:cNvSpPr>
          <p:nvPr/>
        </p:nvSpPr>
        <p:spPr bwMode="auto">
          <a:xfrm>
            <a:off x="6553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0971" name="Line 10"/>
          <p:cNvSpPr>
            <a:spLocks noChangeShapeType="1"/>
          </p:cNvSpPr>
          <p:nvPr/>
        </p:nvSpPr>
        <p:spPr bwMode="auto">
          <a:xfrm>
            <a:off x="838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2" name="Line 11"/>
          <p:cNvSpPr>
            <a:spLocks noChangeShapeType="1"/>
          </p:cNvSpPr>
          <p:nvPr/>
        </p:nvSpPr>
        <p:spPr bwMode="auto">
          <a:xfrm>
            <a:off x="3276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3" name="Line 12"/>
          <p:cNvSpPr>
            <a:spLocks noChangeShapeType="1"/>
          </p:cNvSpPr>
          <p:nvPr/>
        </p:nvSpPr>
        <p:spPr bwMode="auto">
          <a:xfrm>
            <a:off x="4572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74" name="Line 13"/>
          <p:cNvSpPr>
            <a:spLocks noChangeShapeType="1"/>
          </p:cNvSpPr>
          <p:nvPr/>
        </p:nvSpPr>
        <p:spPr bwMode="auto">
          <a:xfrm>
            <a:off x="5867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75" name="Object 14"/>
          <p:cNvGraphicFramePr>
            <a:graphicFrameLocks noChangeAspect="1"/>
          </p:cNvGraphicFramePr>
          <p:nvPr/>
        </p:nvGraphicFramePr>
        <p:xfrm>
          <a:off x="1524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4097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6" name="Oval 15"/>
          <p:cNvSpPr>
            <a:spLocks noChangeArrowheads="1"/>
          </p:cNvSpPr>
          <p:nvPr/>
        </p:nvSpPr>
        <p:spPr bwMode="auto">
          <a:xfrm>
            <a:off x="2743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77" name="Object 16"/>
          <p:cNvGraphicFramePr>
            <a:graphicFrameLocks noChangeAspect="1"/>
          </p:cNvGraphicFramePr>
          <p:nvPr/>
        </p:nvGraphicFramePr>
        <p:xfrm>
          <a:off x="2857500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4097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Object 17"/>
          <p:cNvGraphicFramePr>
            <a:graphicFrameLocks noChangeAspect="1"/>
          </p:cNvGraphicFramePr>
          <p:nvPr/>
        </p:nvGraphicFramePr>
        <p:xfrm>
          <a:off x="41275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4097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9" name="Object 18"/>
          <p:cNvGraphicFramePr>
            <a:graphicFrameLocks noChangeAspect="1"/>
          </p:cNvGraphicFramePr>
          <p:nvPr/>
        </p:nvGraphicFramePr>
        <p:xfrm>
          <a:off x="5422900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4097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0" name="Line 20"/>
          <p:cNvSpPr>
            <a:spLocks noChangeShapeType="1"/>
          </p:cNvSpPr>
          <p:nvPr/>
        </p:nvSpPr>
        <p:spPr bwMode="auto">
          <a:xfrm>
            <a:off x="1981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81" name="Object 21"/>
          <p:cNvGraphicFramePr>
            <a:graphicFrameLocks noChangeAspect="1"/>
          </p:cNvGraphicFramePr>
          <p:nvPr/>
        </p:nvGraphicFramePr>
        <p:xfrm>
          <a:off x="22098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4098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2" name="Object 22"/>
          <p:cNvGraphicFramePr>
            <a:graphicFrameLocks noChangeAspect="1"/>
          </p:cNvGraphicFramePr>
          <p:nvPr/>
        </p:nvGraphicFramePr>
        <p:xfrm>
          <a:off x="3505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4098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3" name="Object 23"/>
          <p:cNvGraphicFramePr>
            <a:graphicFrameLocks noChangeAspect="1"/>
          </p:cNvGraphicFramePr>
          <p:nvPr/>
        </p:nvGraphicFramePr>
        <p:xfrm>
          <a:off x="4800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4098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4" name="Object 24"/>
          <p:cNvGraphicFramePr>
            <a:graphicFrameLocks noChangeAspect="1"/>
          </p:cNvGraphicFramePr>
          <p:nvPr/>
        </p:nvGraphicFramePr>
        <p:xfrm>
          <a:off x="60960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098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5" name="Oval 26"/>
          <p:cNvSpPr>
            <a:spLocks noChangeArrowheads="1"/>
          </p:cNvSpPr>
          <p:nvPr/>
        </p:nvSpPr>
        <p:spPr bwMode="auto">
          <a:xfrm>
            <a:off x="6108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0986" name="Object 27"/>
          <p:cNvGraphicFramePr>
            <a:graphicFrameLocks noChangeAspect="1"/>
          </p:cNvGraphicFramePr>
          <p:nvPr/>
        </p:nvGraphicFramePr>
        <p:xfrm>
          <a:off x="6184900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4098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900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7" name="Object 28"/>
          <p:cNvGraphicFramePr>
            <a:graphicFrameLocks noChangeAspect="1"/>
          </p:cNvGraphicFramePr>
          <p:nvPr/>
        </p:nvGraphicFramePr>
        <p:xfrm>
          <a:off x="3048000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40987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8" name="Object 29"/>
          <p:cNvGraphicFramePr>
            <a:graphicFrameLocks noChangeAspect="1"/>
          </p:cNvGraphicFramePr>
          <p:nvPr/>
        </p:nvGraphicFramePr>
        <p:xfrm>
          <a:off x="42672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40988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9" name="Object 30"/>
          <p:cNvGraphicFramePr>
            <a:graphicFrameLocks noChangeAspect="1"/>
          </p:cNvGraphicFramePr>
          <p:nvPr/>
        </p:nvGraphicFramePr>
        <p:xfrm>
          <a:off x="5562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40989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0" name="Object 31"/>
          <p:cNvGraphicFramePr>
            <a:graphicFrameLocks noChangeAspect="1"/>
          </p:cNvGraphicFramePr>
          <p:nvPr/>
        </p:nvGraphicFramePr>
        <p:xfrm>
          <a:off x="1676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4099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1" name="Freeform 32"/>
          <p:cNvSpPr>
            <a:spLocks/>
          </p:cNvSpPr>
          <p:nvPr/>
        </p:nvSpPr>
        <p:spPr bwMode="auto">
          <a:xfrm>
            <a:off x="5943600" y="2819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92" name="Object 33"/>
          <p:cNvGraphicFramePr>
            <a:graphicFrameLocks noChangeAspect="1"/>
          </p:cNvGraphicFramePr>
          <p:nvPr/>
        </p:nvGraphicFramePr>
        <p:xfrm>
          <a:off x="5956300" y="23749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40992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23749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3" name="Line 34"/>
          <p:cNvSpPr>
            <a:spLocks noChangeShapeType="1"/>
          </p:cNvSpPr>
          <p:nvPr/>
        </p:nvSpPr>
        <p:spPr bwMode="auto">
          <a:xfrm flipV="1">
            <a:off x="5715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4" name="Freeform 35"/>
          <p:cNvSpPr>
            <a:spLocks/>
          </p:cNvSpPr>
          <p:nvPr/>
        </p:nvSpPr>
        <p:spPr bwMode="auto">
          <a:xfrm>
            <a:off x="4419600" y="39624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5" name="Freeform 36"/>
          <p:cNvSpPr>
            <a:spLocks/>
          </p:cNvSpPr>
          <p:nvPr/>
        </p:nvSpPr>
        <p:spPr bwMode="auto">
          <a:xfrm>
            <a:off x="3124200" y="37719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6" name="Freeform 37"/>
          <p:cNvSpPr>
            <a:spLocks/>
          </p:cNvSpPr>
          <p:nvPr/>
        </p:nvSpPr>
        <p:spPr bwMode="auto">
          <a:xfrm>
            <a:off x="1828800" y="31496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97" name="Object 39"/>
          <p:cNvGraphicFramePr>
            <a:graphicFrameLocks noChangeAspect="1"/>
          </p:cNvGraphicFramePr>
          <p:nvPr/>
        </p:nvGraphicFramePr>
        <p:xfrm>
          <a:off x="933450" y="1174750"/>
          <a:ext cx="17399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39900" imgH="571500" progId="Equation.3">
                  <p:embed/>
                </p:oleObj>
              </mc:Choice>
              <mc:Fallback>
                <p:oleObj name="Equation" r:id="rId26" imgW="1739900" imgH="571500" progId="Equation.3">
                  <p:embed/>
                  <p:pic>
                    <p:nvPicPr>
                      <p:cNvPr id="40997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1174750"/>
                        <a:ext cx="17399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98" name="Group 40"/>
          <p:cNvGrpSpPr>
            <a:grpSpLocks/>
          </p:cNvGrpSpPr>
          <p:nvPr/>
        </p:nvGrpSpPr>
        <p:grpSpPr bwMode="auto">
          <a:xfrm>
            <a:off x="6553200" y="4114800"/>
            <a:ext cx="900113" cy="609600"/>
            <a:chOff x="4224" y="1824"/>
            <a:chExt cx="567" cy="384"/>
          </a:xfrm>
        </p:grpSpPr>
        <p:graphicFrame>
          <p:nvGraphicFramePr>
            <p:cNvPr id="41000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72808" imgH="444307" progId="Equation.3">
                    <p:embed/>
                  </p:oleObj>
                </mc:Choice>
                <mc:Fallback>
                  <p:oleObj name="Equation" r:id="rId28" imgW="672808" imgH="444307" progId="Equation.3">
                    <p:embed/>
                    <p:pic>
                      <p:nvPicPr>
                        <p:cNvPr id="4100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01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0999" name="Object 43"/>
          <p:cNvGraphicFramePr>
            <a:graphicFrameLocks noChangeAspect="1"/>
          </p:cNvGraphicFramePr>
          <p:nvPr/>
        </p:nvGraphicFramePr>
        <p:xfrm>
          <a:off x="6781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19100" imgH="469900" progId="Equation.3">
                  <p:embed/>
                </p:oleObj>
              </mc:Choice>
              <mc:Fallback>
                <p:oleObj name="Equation" r:id="rId29" imgW="419100" imgH="469900" progId="Equation.3">
                  <p:embed/>
                  <p:pic>
                    <p:nvPicPr>
                      <p:cNvPr id="40999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2519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717AC51-7FDA-4238-9DBD-5AE4E2E54DE6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Transition Function 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graphicFrame>
        <p:nvGraphicFramePr>
          <p:cNvPr id="419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361687"/>
              </p:ext>
            </p:extLst>
          </p:nvPr>
        </p:nvGraphicFramePr>
        <p:xfrm>
          <a:off x="5969000" y="553108"/>
          <a:ext cx="330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200" imgH="419100" progId="Equation.3">
                  <p:embed/>
                </p:oleObj>
              </mc:Choice>
              <mc:Fallback>
                <p:oleObj name="Equation" r:id="rId2" imgW="330200" imgH="419100" progId="Equation.3">
                  <p:embed/>
                  <p:pic>
                    <p:nvPicPr>
                      <p:cNvPr id="4198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0" y="553108"/>
                        <a:ext cx="330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Oval 5"/>
          <p:cNvSpPr>
            <a:spLocks noChangeArrowheads="1"/>
          </p:cNvSpPr>
          <p:nvPr/>
        </p:nvSpPr>
        <p:spPr bwMode="auto">
          <a:xfrm>
            <a:off x="19050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991" name="Oval 6"/>
          <p:cNvSpPr>
            <a:spLocks noChangeArrowheads="1"/>
          </p:cNvSpPr>
          <p:nvPr/>
        </p:nvSpPr>
        <p:spPr bwMode="auto">
          <a:xfrm>
            <a:off x="4495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992" name="Oval 7"/>
          <p:cNvSpPr>
            <a:spLocks noChangeArrowheads="1"/>
          </p:cNvSpPr>
          <p:nvPr/>
        </p:nvSpPr>
        <p:spPr bwMode="auto">
          <a:xfrm>
            <a:off x="5791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993" name="Oval 8"/>
          <p:cNvSpPr>
            <a:spLocks noChangeArrowheads="1"/>
          </p:cNvSpPr>
          <p:nvPr/>
        </p:nvSpPr>
        <p:spPr bwMode="auto">
          <a:xfrm>
            <a:off x="7162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994" name="Oval 9"/>
          <p:cNvSpPr>
            <a:spLocks noChangeArrowheads="1"/>
          </p:cNvSpPr>
          <p:nvPr/>
        </p:nvSpPr>
        <p:spPr bwMode="auto">
          <a:xfrm>
            <a:off x="7010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995" name="Line 10"/>
          <p:cNvSpPr>
            <a:spLocks noChangeShapeType="1"/>
          </p:cNvSpPr>
          <p:nvPr/>
        </p:nvSpPr>
        <p:spPr bwMode="auto">
          <a:xfrm>
            <a:off x="1295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6" name="Line 11"/>
          <p:cNvSpPr>
            <a:spLocks noChangeShapeType="1"/>
          </p:cNvSpPr>
          <p:nvPr/>
        </p:nvSpPr>
        <p:spPr bwMode="auto">
          <a:xfrm>
            <a:off x="3733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7" name="Line 12"/>
          <p:cNvSpPr>
            <a:spLocks noChangeShapeType="1"/>
          </p:cNvSpPr>
          <p:nvPr/>
        </p:nvSpPr>
        <p:spPr bwMode="auto">
          <a:xfrm>
            <a:off x="5029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8" name="Line 13"/>
          <p:cNvSpPr>
            <a:spLocks noChangeShapeType="1"/>
          </p:cNvSpPr>
          <p:nvPr/>
        </p:nvSpPr>
        <p:spPr bwMode="auto">
          <a:xfrm>
            <a:off x="6324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999" name="Object 14"/>
          <p:cNvGraphicFramePr>
            <a:graphicFrameLocks noChangeAspect="1"/>
          </p:cNvGraphicFramePr>
          <p:nvPr/>
        </p:nvGraphicFramePr>
        <p:xfrm>
          <a:off x="1981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4199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0" name="Oval 15"/>
          <p:cNvSpPr>
            <a:spLocks noChangeArrowheads="1"/>
          </p:cNvSpPr>
          <p:nvPr/>
        </p:nvSpPr>
        <p:spPr bwMode="auto">
          <a:xfrm>
            <a:off x="3200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2001" name="Object 16"/>
          <p:cNvGraphicFramePr>
            <a:graphicFrameLocks noChangeAspect="1"/>
          </p:cNvGraphicFramePr>
          <p:nvPr/>
        </p:nvGraphicFramePr>
        <p:xfrm>
          <a:off x="3314700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4200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2" name="Object 17"/>
          <p:cNvGraphicFramePr>
            <a:graphicFrameLocks noChangeAspect="1"/>
          </p:cNvGraphicFramePr>
          <p:nvPr/>
        </p:nvGraphicFramePr>
        <p:xfrm>
          <a:off x="4584700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4200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3" name="Object 18"/>
          <p:cNvGraphicFramePr>
            <a:graphicFrameLocks noChangeAspect="1"/>
          </p:cNvGraphicFramePr>
          <p:nvPr/>
        </p:nvGraphicFramePr>
        <p:xfrm>
          <a:off x="5880100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4200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4" name="Object 19"/>
          <p:cNvGraphicFramePr>
            <a:graphicFrameLocks noChangeAspect="1"/>
          </p:cNvGraphicFramePr>
          <p:nvPr/>
        </p:nvGraphicFramePr>
        <p:xfrm>
          <a:off x="7239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4200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05" name="Line 20"/>
          <p:cNvSpPr>
            <a:spLocks noChangeShapeType="1"/>
          </p:cNvSpPr>
          <p:nvPr/>
        </p:nvSpPr>
        <p:spPr bwMode="auto">
          <a:xfrm>
            <a:off x="2438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006" name="Object 21"/>
          <p:cNvGraphicFramePr>
            <a:graphicFrameLocks noChangeAspect="1"/>
          </p:cNvGraphicFramePr>
          <p:nvPr/>
        </p:nvGraphicFramePr>
        <p:xfrm>
          <a:off x="2667000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200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7" name="Object 22"/>
          <p:cNvGraphicFramePr>
            <a:graphicFrameLocks noChangeAspect="1"/>
          </p:cNvGraphicFramePr>
          <p:nvPr/>
        </p:nvGraphicFramePr>
        <p:xfrm>
          <a:off x="3962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42007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8" name="Object 23"/>
          <p:cNvGraphicFramePr>
            <a:graphicFrameLocks noChangeAspect="1"/>
          </p:cNvGraphicFramePr>
          <p:nvPr/>
        </p:nvGraphicFramePr>
        <p:xfrm>
          <a:off x="5257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4200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09" name="Object 24"/>
          <p:cNvGraphicFramePr>
            <a:graphicFrameLocks noChangeAspect="1"/>
          </p:cNvGraphicFramePr>
          <p:nvPr/>
        </p:nvGraphicFramePr>
        <p:xfrm>
          <a:off x="6553200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200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0" name="Oval 26"/>
          <p:cNvSpPr>
            <a:spLocks noChangeArrowheads="1"/>
          </p:cNvSpPr>
          <p:nvPr/>
        </p:nvSpPr>
        <p:spPr bwMode="auto">
          <a:xfrm>
            <a:off x="6565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2011" name="Object 27"/>
          <p:cNvGraphicFramePr>
            <a:graphicFrameLocks noChangeAspect="1"/>
          </p:cNvGraphicFramePr>
          <p:nvPr/>
        </p:nvGraphicFramePr>
        <p:xfrm>
          <a:off x="6642100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224" imgH="469696" progId="Equation.3">
                  <p:embed/>
                </p:oleObj>
              </mc:Choice>
              <mc:Fallback>
                <p:oleObj name="Equation" r:id="rId20" imgW="406224" imgH="469696" progId="Equation.3">
                  <p:embed/>
                  <p:pic>
                    <p:nvPicPr>
                      <p:cNvPr id="4201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2" name="Object 28"/>
          <p:cNvGraphicFramePr>
            <a:graphicFrameLocks noChangeAspect="1"/>
          </p:cNvGraphicFramePr>
          <p:nvPr/>
        </p:nvGraphicFramePr>
        <p:xfrm>
          <a:off x="35052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4201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3" name="Object 29"/>
          <p:cNvGraphicFramePr>
            <a:graphicFrameLocks noChangeAspect="1"/>
          </p:cNvGraphicFramePr>
          <p:nvPr/>
        </p:nvGraphicFramePr>
        <p:xfrm>
          <a:off x="4724400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4201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4" name="Object 30"/>
          <p:cNvGraphicFramePr>
            <a:graphicFrameLocks noChangeAspect="1"/>
          </p:cNvGraphicFramePr>
          <p:nvPr/>
        </p:nvGraphicFramePr>
        <p:xfrm>
          <a:off x="6019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4201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15" name="Object 31"/>
          <p:cNvGraphicFramePr>
            <a:graphicFrameLocks noChangeAspect="1"/>
          </p:cNvGraphicFramePr>
          <p:nvPr/>
        </p:nvGraphicFramePr>
        <p:xfrm>
          <a:off x="2133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4201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6" name="Freeform 32"/>
          <p:cNvSpPr>
            <a:spLocks/>
          </p:cNvSpPr>
          <p:nvPr/>
        </p:nvSpPr>
        <p:spPr bwMode="auto">
          <a:xfrm>
            <a:off x="6400800" y="32766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017" name="Object 33"/>
          <p:cNvGraphicFramePr>
            <a:graphicFrameLocks noChangeAspect="1"/>
          </p:cNvGraphicFramePr>
          <p:nvPr/>
        </p:nvGraphicFramePr>
        <p:xfrm>
          <a:off x="6413500" y="28321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08" imgH="444307" progId="Equation.3">
                  <p:embed/>
                </p:oleObj>
              </mc:Choice>
              <mc:Fallback>
                <p:oleObj name="Equation" r:id="rId26" imgW="672808" imgH="444307" progId="Equation.3">
                  <p:embed/>
                  <p:pic>
                    <p:nvPicPr>
                      <p:cNvPr id="4201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28321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18" name="Line 34"/>
          <p:cNvSpPr>
            <a:spLocks noChangeShapeType="1"/>
          </p:cNvSpPr>
          <p:nvPr/>
        </p:nvSpPr>
        <p:spPr bwMode="auto">
          <a:xfrm flipV="1">
            <a:off x="6172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9" name="Freeform 35"/>
          <p:cNvSpPr>
            <a:spLocks/>
          </p:cNvSpPr>
          <p:nvPr/>
        </p:nvSpPr>
        <p:spPr bwMode="auto">
          <a:xfrm>
            <a:off x="4876800" y="44196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0" name="Freeform 36"/>
          <p:cNvSpPr>
            <a:spLocks/>
          </p:cNvSpPr>
          <p:nvPr/>
        </p:nvSpPr>
        <p:spPr bwMode="auto">
          <a:xfrm>
            <a:off x="3581400" y="42291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21" name="Freeform 37"/>
          <p:cNvSpPr>
            <a:spLocks/>
          </p:cNvSpPr>
          <p:nvPr/>
        </p:nvSpPr>
        <p:spPr bwMode="auto">
          <a:xfrm>
            <a:off x="2286000" y="36068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022" name="Object 39"/>
          <p:cNvGraphicFramePr>
            <a:graphicFrameLocks noChangeAspect="1"/>
          </p:cNvGraphicFramePr>
          <p:nvPr/>
        </p:nvGraphicFramePr>
        <p:xfrm>
          <a:off x="3200400" y="1524000"/>
          <a:ext cx="27559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55900" imgH="520700" progId="Equation.3">
                  <p:embed/>
                </p:oleObj>
              </mc:Choice>
              <mc:Fallback>
                <p:oleObj name="Equation" r:id="rId28" imgW="2755900" imgH="520700" progId="Equation.3">
                  <p:embed/>
                  <p:pic>
                    <p:nvPicPr>
                      <p:cNvPr id="42022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524000"/>
                        <a:ext cx="27559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023" name="Group 41"/>
          <p:cNvGrpSpPr>
            <a:grpSpLocks/>
          </p:cNvGrpSpPr>
          <p:nvPr/>
        </p:nvGrpSpPr>
        <p:grpSpPr bwMode="auto">
          <a:xfrm>
            <a:off x="7010400" y="4597400"/>
            <a:ext cx="900113" cy="609600"/>
            <a:chOff x="4224" y="1824"/>
            <a:chExt cx="567" cy="384"/>
          </a:xfrm>
        </p:grpSpPr>
        <p:graphicFrame>
          <p:nvGraphicFramePr>
            <p:cNvPr id="42024" name="Object 42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42024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5" name="Line 43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43342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D74E877-D525-4B0C-BF90-92CC5E2DD0C5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1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</a:t>
            </a:r>
          </a:p>
        </p:txBody>
      </p:sp>
      <p:graphicFrame>
        <p:nvGraphicFramePr>
          <p:cNvPr id="43012" name="Object 37"/>
          <p:cNvGraphicFramePr>
            <a:graphicFrameLocks noChangeAspect="1"/>
          </p:cNvGraphicFramePr>
          <p:nvPr/>
        </p:nvGraphicFramePr>
        <p:xfrm>
          <a:off x="3124200" y="1295400"/>
          <a:ext cx="2489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200" imgH="584200" progId="Equation.3">
                  <p:embed/>
                </p:oleObj>
              </mc:Choice>
              <mc:Fallback>
                <p:oleObj name="Equation" r:id="rId2" imgW="2489200" imgH="584200" progId="Equation.3">
                  <p:embed/>
                  <p:pic>
                    <p:nvPicPr>
                      <p:cNvPr id="43012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95400"/>
                        <a:ext cx="2489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Oval 41"/>
          <p:cNvSpPr>
            <a:spLocks noChangeArrowheads="1"/>
          </p:cNvSpPr>
          <p:nvPr/>
        </p:nvSpPr>
        <p:spPr bwMode="auto">
          <a:xfrm>
            <a:off x="19050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3014" name="Oval 42"/>
          <p:cNvSpPr>
            <a:spLocks noChangeArrowheads="1"/>
          </p:cNvSpPr>
          <p:nvPr/>
        </p:nvSpPr>
        <p:spPr bwMode="auto">
          <a:xfrm>
            <a:off x="4495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3015" name="Oval 43"/>
          <p:cNvSpPr>
            <a:spLocks noChangeArrowheads="1"/>
          </p:cNvSpPr>
          <p:nvPr/>
        </p:nvSpPr>
        <p:spPr bwMode="auto">
          <a:xfrm>
            <a:off x="5791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3016" name="Oval 44"/>
          <p:cNvSpPr>
            <a:spLocks noChangeArrowheads="1"/>
          </p:cNvSpPr>
          <p:nvPr/>
        </p:nvSpPr>
        <p:spPr bwMode="auto">
          <a:xfrm>
            <a:off x="7162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3017" name="Oval 45"/>
          <p:cNvSpPr>
            <a:spLocks noChangeArrowheads="1"/>
          </p:cNvSpPr>
          <p:nvPr/>
        </p:nvSpPr>
        <p:spPr bwMode="auto">
          <a:xfrm>
            <a:off x="7010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3018" name="Line 46"/>
          <p:cNvSpPr>
            <a:spLocks noChangeShapeType="1"/>
          </p:cNvSpPr>
          <p:nvPr/>
        </p:nvSpPr>
        <p:spPr bwMode="auto">
          <a:xfrm>
            <a:off x="1295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9" name="Line 47"/>
          <p:cNvSpPr>
            <a:spLocks noChangeShapeType="1"/>
          </p:cNvSpPr>
          <p:nvPr/>
        </p:nvSpPr>
        <p:spPr bwMode="auto">
          <a:xfrm>
            <a:off x="3733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0" name="Line 48"/>
          <p:cNvSpPr>
            <a:spLocks noChangeShapeType="1"/>
          </p:cNvSpPr>
          <p:nvPr/>
        </p:nvSpPr>
        <p:spPr bwMode="auto">
          <a:xfrm>
            <a:off x="5029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1" name="Line 49"/>
          <p:cNvSpPr>
            <a:spLocks noChangeShapeType="1"/>
          </p:cNvSpPr>
          <p:nvPr/>
        </p:nvSpPr>
        <p:spPr bwMode="auto">
          <a:xfrm>
            <a:off x="6324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2" name="Oval 51"/>
          <p:cNvSpPr>
            <a:spLocks noChangeArrowheads="1"/>
          </p:cNvSpPr>
          <p:nvPr/>
        </p:nvSpPr>
        <p:spPr bwMode="auto">
          <a:xfrm>
            <a:off x="32004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3023" name="Object 53"/>
          <p:cNvGraphicFramePr>
            <a:graphicFrameLocks noChangeAspect="1"/>
          </p:cNvGraphicFramePr>
          <p:nvPr/>
        </p:nvGraphicFramePr>
        <p:xfrm>
          <a:off x="4584700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4302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54"/>
          <p:cNvGraphicFramePr>
            <a:graphicFrameLocks noChangeAspect="1"/>
          </p:cNvGraphicFramePr>
          <p:nvPr/>
        </p:nvGraphicFramePr>
        <p:xfrm>
          <a:off x="5880100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43024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55"/>
          <p:cNvGraphicFramePr>
            <a:graphicFrameLocks noChangeAspect="1"/>
          </p:cNvGraphicFramePr>
          <p:nvPr/>
        </p:nvGraphicFramePr>
        <p:xfrm>
          <a:off x="7239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100" imgH="469900" progId="Equation.3">
                  <p:embed/>
                </p:oleObj>
              </mc:Choice>
              <mc:Fallback>
                <p:oleObj name="Equation" r:id="rId8" imgW="419100" imgH="469900" progId="Equation.3">
                  <p:embed/>
                  <p:pic>
                    <p:nvPicPr>
                      <p:cNvPr id="43025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6" name="Line 56"/>
          <p:cNvSpPr>
            <a:spLocks noChangeShapeType="1"/>
          </p:cNvSpPr>
          <p:nvPr/>
        </p:nvSpPr>
        <p:spPr bwMode="auto">
          <a:xfrm>
            <a:off x="2438400" y="5638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27" name="Object 57"/>
          <p:cNvGraphicFramePr>
            <a:graphicFrameLocks noChangeAspect="1"/>
          </p:cNvGraphicFramePr>
          <p:nvPr/>
        </p:nvGraphicFramePr>
        <p:xfrm>
          <a:off x="2667000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43027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8" name="Object 58"/>
          <p:cNvGraphicFramePr>
            <a:graphicFrameLocks noChangeAspect="1"/>
          </p:cNvGraphicFramePr>
          <p:nvPr/>
        </p:nvGraphicFramePr>
        <p:xfrm>
          <a:off x="3962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43028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9" name="Object 59"/>
          <p:cNvGraphicFramePr>
            <a:graphicFrameLocks noChangeAspect="1"/>
          </p:cNvGraphicFramePr>
          <p:nvPr/>
        </p:nvGraphicFramePr>
        <p:xfrm>
          <a:off x="5257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43029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0" name="Object 60"/>
          <p:cNvGraphicFramePr>
            <a:graphicFrameLocks noChangeAspect="1"/>
          </p:cNvGraphicFramePr>
          <p:nvPr/>
        </p:nvGraphicFramePr>
        <p:xfrm>
          <a:off x="6553200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584" imgH="279279" progId="Equation.3">
                  <p:embed/>
                </p:oleObj>
              </mc:Choice>
              <mc:Fallback>
                <p:oleObj name="Equation" r:id="rId15" imgW="266584" imgH="279279" progId="Equation.3">
                  <p:embed/>
                  <p:pic>
                    <p:nvPicPr>
                      <p:cNvPr id="4303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1" name="Oval 61"/>
          <p:cNvSpPr>
            <a:spLocks noChangeArrowheads="1"/>
          </p:cNvSpPr>
          <p:nvPr/>
        </p:nvSpPr>
        <p:spPr bwMode="auto">
          <a:xfrm>
            <a:off x="6565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3032" name="Object 62"/>
          <p:cNvGraphicFramePr>
            <a:graphicFrameLocks noChangeAspect="1"/>
          </p:cNvGraphicFramePr>
          <p:nvPr/>
        </p:nvGraphicFramePr>
        <p:xfrm>
          <a:off x="6642100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06224" imgH="469696" progId="Equation.3">
                  <p:embed/>
                </p:oleObj>
              </mc:Choice>
              <mc:Fallback>
                <p:oleObj name="Equation" r:id="rId16" imgW="406224" imgH="469696" progId="Equation.3">
                  <p:embed/>
                  <p:pic>
                    <p:nvPicPr>
                      <p:cNvPr id="43032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3" name="Object 63"/>
          <p:cNvGraphicFramePr>
            <a:graphicFrameLocks noChangeAspect="1"/>
          </p:cNvGraphicFramePr>
          <p:nvPr/>
        </p:nvGraphicFramePr>
        <p:xfrm>
          <a:off x="35052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584" imgH="279279" progId="Equation.3">
                  <p:embed/>
                </p:oleObj>
              </mc:Choice>
              <mc:Fallback>
                <p:oleObj name="Equation" r:id="rId18" imgW="266584" imgH="279279" progId="Equation.3">
                  <p:embed/>
                  <p:pic>
                    <p:nvPicPr>
                      <p:cNvPr id="43033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4" name="Object 64"/>
          <p:cNvGraphicFramePr>
            <a:graphicFrameLocks noChangeAspect="1"/>
          </p:cNvGraphicFramePr>
          <p:nvPr/>
        </p:nvGraphicFramePr>
        <p:xfrm>
          <a:off x="4724400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3034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5" name="Object 65"/>
          <p:cNvGraphicFramePr>
            <a:graphicFrameLocks noChangeAspect="1"/>
          </p:cNvGraphicFramePr>
          <p:nvPr/>
        </p:nvGraphicFramePr>
        <p:xfrm>
          <a:off x="6019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43035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36" name="Object 66"/>
          <p:cNvGraphicFramePr>
            <a:graphicFrameLocks noChangeAspect="1"/>
          </p:cNvGraphicFramePr>
          <p:nvPr/>
        </p:nvGraphicFramePr>
        <p:xfrm>
          <a:off x="2133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79279" imgH="380835" progId="Equation.3">
                  <p:embed/>
                </p:oleObj>
              </mc:Choice>
              <mc:Fallback>
                <p:oleObj name="Equation" r:id="rId21" imgW="279279" imgH="380835" progId="Equation.3">
                  <p:embed/>
                  <p:pic>
                    <p:nvPicPr>
                      <p:cNvPr id="43036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7" name="Freeform 67"/>
          <p:cNvSpPr>
            <a:spLocks/>
          </p:cNvSpPr>
          <p:nvPr/>
        </p:nvSpPr>
        <p:spPr bwMode="auto">
          <a:xfrm>
            <a:off x="6400800" y="32766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038" name="Object 68"/>
          <p:cNvGraphicFramePr>
            <a:graphicFrameLocks noChangeAspect="1"/>
          </p:cNvGraphicFramePr>
          <p:nvPr/>
        </p:nvGraphicFramePr>
        <p:xfrm>
          <a:off x="6413500" y="28321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72808" imgH="444307" progId="Equation.3">
                  <p:embed/>
                </p:oleObj>
              </mc:Choice>
              <mc:Fallback>
                <p:oleObj name="Equation" r:id="rId22" imgW="672808" imgH="444307" progId="Equation.3">
                  <p:embed/>
                  <p:pic>
                    <p:nvPicPr>
                      <p:cNvPr id="43038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28321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39" name="Line 69"/>
          <p:cNvSpPr>
            <a:spLocks noChangeShapeType="1"/>
          </p:cNvSpPr>
          <p:nvPr/>
        </p:nvSpPr>
        <p:spPr bwMode="auto">
          <a:xfrm flipV="1">
            <a:off x="6172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0" name="Freeform 70"/>
          <p:cNvSpPr>
            <a:spLocks/>
          </p:cNvSpPr>
          <p:nvPr/>
        </p:nvSpPr>
        <p:spPr bwMode="auto">
          <a:xfrm>
            <a:off x="4876800" y="44196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1" name="Freeform 71"/>
          <p:cNvSpPr>
            <a:spLocks/>
          </p:cNvSpPr>
          <p:nvPr/>
        </p:nvSpPr>
        <p:spPr bwMode="auto">
          <a:xfrm>
            <a:off x="3581400" y="42291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42" name="Freeform 72"/>
          <p:cNvSpPr>
            <a:spLocks/>
          </p:cNvSpPr>
          <p:nvPr/>
        </p:nvSpPr>
        <p:spPr bwMode="auto">
          <a:xfrm>
            <a:off x="2286000" y="36068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3043" name="Group 73"/>
          <p:cNvGrpSpPr>
            <a:grpSpLocks/>
          </p:cNvGrpSpPr>
          <p:nvPr/>
        </p:nvGrpSpPr>
        <p:grpSpPr bwMode="auto">
          <a:xfrm>
            <a:off x="7010400" y="4597400"/>
            <a:ext cx="900113" cy="609600"/>
            <a:chOff x="4224" y="1824"/>
            <a:chExt cx="567" cy="384"/>
          </a:xfrm>
        </p:grpSpPr>
        <p:graphicFrame>
          <p:nvGraphicFramePr>
            <p:cNvPr id="43046" name="Object 7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72808" imgH="444307" progId="Equation.3">
                    <p:embed/>
                  </p:oleObj>
                </mc:Choice>
                <mc:Fallback>
                  <p:oleObj name="Equation" r:id="rId24" imgW="672808" imgH="444307" progId="Equation.3">
                    <p:embed/>
                    <p:pic>
                      <p:nvPicPr>
                        <p:cNvPr id="43046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47" name="Line 7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3044" name="Object 76"/>
          <p:cNvGraphicFramePr>
            <a:graphicFrameLocks noChangeAspect="1"/>
          </p:cNvGraphicFramePr>
          <p:nvPr/>
        </p:nvGraphicFramePr>
        <p:xfrm>
          <a:off x="1981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19100" imgH="469900" progId="Equation.3">
                  <p:embed/>
                </p:oleObj>
              </mc:Choice>
              <mc:Fallback>
                <p:oleObj name="Equation" r:id="rId25" imgW="419100" imgH="469900" progId="Equation.3">
                  <p:embed/>
                  <p:pic>
                    <p:nvPicPr>
                      <p:cNvPr id="43044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45" name="Object 77"/>
          <p:cNvGraphicFramePr>
            <a:graphicFrameLocks noChangeAspect="1"/>
          </p:cNvGraphicFramePr>
          <p:nvPr/>
        </p:nvGraphicFramePr>
        <p:xfrm>
          <a:off x="3314700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42751" imgH="469696" progId="Equation.3">
                  <p:embed/>
                </p:oleObj>
              </mc:Choice>
              <mc:Fallback>
                <p:oleObj name="Equation" r:id="rId27" imgW="342751" imgH="469696" progId="Equation.3">
                  <p:embed/>
                  <p:pic>
                    <p:nvPicPr>
                      <p:cNvPr id="43045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3895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7C300E30-F3E5-40D7-B642-574DD6A3F69B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Rectangle 2050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</a:t>
            </a:r>
          </a:p>
        </p:txBody>
      </p:sp>
      <p:graphicFrame>
        <p:nvGraphicFramePr>
          <p:cNvPr id="44036" name="Object 2085"/>
          <p:cNvGraphicFramePr>
            <a:graphicFrameLocks noChangeAspect="1"/>
          </p:cNvGraphicFramePr>
          <p:nvPr/>
        </p:nvGraphicFramePr>
        <p:xfrm>
          <a:off x="3124200" y="1295400"/>
          <a:ext cx="251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584200" progId="Equation.3">
                  <p:embed/>
                </p:oleObj>
              </mc:Choice>
              <mc:Fallback>
                <p:oleObj name="Equation" r:id="rId2" imgW="2514600" imgH="584200" progId="Equation.3">
                  <p:embed/>
                  <p:pic>
                    <p:nvPicPr>
                      <p:cNvPr id="44036" name="Object 2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95400"/>
                        <a:ext cx="251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Oval 2124"/>
          <p:cNvSpPr>
            <a:spLocks noChangeArrowheads="1"/>
          </p:cNvSpPr>
          <p:nvPr/>
        </p:nvSpPr>
        <p:spPr bwMode="auto">
          <a:xfrm>
            <a:off x="19050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38" name="Oval 2125"/>
          <p:cNvSpPr>
            <a:spLocks noChangeArrowheads="1"/>
          </p:cNvSpPr>
          <p:nvPr/>
        </p:nvSpPr>
        <p:spPr bwMode="auto">
          <a:xfrm>
            <a:off x="4495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39" name="Oval 2126"/>
          <p:cNvSpPr>
            <a:spLocks noChangeArrowheads="1"/>
          </p:cNvSpPr>
          <p:nvPr/>
        </p:nvSpPr>
        <p:spPr bwMode="auto">
          <a:xfrm>
            <a:off x="5791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40" name="Oval 2127"/>
          <p:cNvSpPr>
            <a:spLocks noChangeArrowheads="1"/>
          </p:cNvSpPr>
          <p:nvPr/>
        </p:nvSpPr>
        <p:spPr bwMode="auto">
          <a:xfrm>
            <a:off x="7162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41" name="Oval 2128"/>
          <p:cNvSpPr>
            <a:spLocks noChangeArrowheads="1"/>
          </p:cNvSpPr>
          <p:nvPr/>
        </p:nvSpPr>
        <p:spPr bwMode="auto">
          <a:xfrm>
            <a:off x="7010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042" name="Line 2129"/>
          <p:cNvSpPr>
            <a:spLocks noChangeShapeType="1"/>
          </p:cNvSpPr>
          <p:nvPr/>
        </p:nvSpPr>
        <p:spPr bwMode="auto">
          <a:xfrm>
            <a:off x="1295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3" name="Line 2130"/>
          <p:cNvSpPr>
            <a:spLocks noChangeShapeType="1"/>
          </p:cNvSpPr>
          <p:nvPr/>
        </p:nvSpPr>
        <p:spPr bwMode="auto">
          <a:xfrm>
            <a:off x="3733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4" name="Line 2131"/>
          <p:cNvSpPr>
            <a:spLocks noChangeShapeType="1"/>
          </p:cNvSpPr>
          <p:nvPr/>
        </p:nvSpPr>
        <p:spPr bwMode="auto">
          <a:xfrm>
            <a:off x="5029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5" name="Line 2132"/>
          <p:cNvSpPr>
            <a:spLocks noChangeShapeType="1"/>
          </p:cNvSpPr>
          <p:nvPr/>
        </p:nvSpPr>
        <p:spPr bwMode="auto">
          <a:xfrm>
            <a:off x="6324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6" name="Oval 2134"/>
          <p:cNvSpPr>
            <a:spLocks noChangeArrowheads="1"/>
          </p:cNvSpPr>
          <p:nvPr/>
        </p:nvSpPr>
        <p:spPr bwMode="auto">
          <a:xfrm>
            <a:off x="3200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4047" name="Object 2135"/>
          <p:cNvGraphicFramePr>
            <a:graphicFrameLocks noChangeAspect="1"/>
          </p:cNvGraphicFramePr>
          <p:nvPr/>
        </p:nvGraphicFramePr>
        <p:xfrm>
          <a:off x="3314700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44047" name="Object 21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2136"/>
          <p:cNvGraphicFramePr>
            <a:graphicFrameLocks noChangeAspect="1"/>
          </p:cNvGraphicFramePr>
          <p:nvPr/>
        </p:nvGraphicFramePr>
        <p:xfrm>
          <a:off x="4584700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44048" name="Object 21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9" name="Object 2137"/>
          <p:cNvGraphicFramePr>
            <a:graphicFrameLocks noChangeAspect="1"/>
          </p:cNvGraphicFramePr>
          <p:nvPr/>
        </p:nvGraphicFramePr>
        <p:xfrm>
          <a:off x="5880100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44049" name="Object 2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0" name="Object 2138"/>
          <p:cNvGraphicFramePr>
            <a:graphicFrameLocks noChangeAspect="1"/>
          </p:cNvGraphicFramePr>
          <p:nvPr/>
        </p:nvGraphicFramePr>
        <p:xfrm>
          <a:off x="7239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44050" name="Object 21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1" name="Line 2139"/>
          <p:cNvSpPr>
            <a:spLocks noChangeShapeType="1"/>
          </p:cNvSpPr>
          <p:nvPr/>
        </p:nvSpPr>
        <p:spPr bwMode="auto">
          <a:xfrm>
            <a:off x="2438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52" name="Object 2140"/>
          <p:cNvGraphicFramePr>
            <a:graphicFrameLocks noChangeAspect="1"/>
          </p:cNvGraphicFramePr>
          <p:nvPr/>
        </p:nvGraphicFramePr>
        <p:xfrm>
          <a:off x="2667000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44052" name="Object 2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3" name="Object 2141"/>
          <p:cNvGraphicFramePr>
            <a:graphicFrameLocks noChangeAspect="1"/>
          </p:cNvGraphicFramePr>
          <p:nvPr/>
        </p:nvGraphicFramePr>
        <p:xfrm>
          <a:off x="3962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44053" name="Object 21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4" name="Object 2142"/>
          <p:cNvGraphicFramePr>
            <a:graphicFrameLocks noChangeAspect="1"/>
          </p:cNvGraphicFramePr>
          <p:nvPr/>
        </p:nvGraphicFramePr>
        <p:xfrm>
          <a:off x="5257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44054" name="Object 2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5" name="Object 2143"/>
          <p:cNvGraphicFramePr>
            <a:graphicFrameLocks noChangeAspect="1"/>
          </p:cNvGraphicFramePr>
          <p:nvPr/>
        </p:nvGraphicFramePr>
        <p:xfrm>
          <a:off x="6553200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4055" name="Object 2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56" name="Oval 2144"/>
          <p:cNvSpPr>
            <a:spLocks noChangeArrowheads="1"/>
          </p:cNvSpPr>
          <p:nvPr/>
        </p:nvSpPr>
        <p:spPr bwMode="auto">
          <a:xfrm>
            <a:off x="6565900" y="4051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4057" name="Object 2145"/>
          <p:cNvGraphicFramePr>
            <a:graphicFrameLocks noChangeAspect="1"/>
          </p:cNvGraphicFramePr>
          <p:nvPr/>
        </p:nvGraphicFramePr>
        <p:xfrm>
          <a:off x="6642100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44057" name="Object 2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8" name="Object 2146"/>
          <p:cNvGraphicFramePr>
            <a:graphicFrameLocks noChangeAspect="1"/>
          </p:cNvGraphicFramePr>
          <p:nvPr/>
        </p:nvGraphicFramePr>
        <p:xfrm>
          <a:off x="35052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44058" name="Object 2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9" name="Object 2147"/>
          <p:cNvGraphicFramePr>
            <a:graphicFrameLocks noChangeAspect="1"/>
          </p:cNvGraphicFramePr>
          <p:nvPr/>
        </p:nvGraphicFramePr>
        <p:xfrm>
          <a:off x="4724400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44059" name="Object 2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0" name="Object 2148"/>
          <p:cNvGraphicFramePr>
            <a:graphicFrameLocks noChangeAspect="1"/>
          </p:cNvGraphicFramePr>
          <p:nvPr/>
        </p:nvGraphicFramePr>
        <p:xfrm>
          <a:off x="6019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44060" name="Object 2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1" name="Object 2149"/>
          <p:cNvGraphicFramePr>
            <a:graphicFrameLocks noChangeAspect="1"/>
          </p:cNvGraphicFramePr>
          <p:nvPr/>
        </p:nvGraphicFramePr>
        <p:xfrm>
          <a:off x="2133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44061" name="Object 2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2" name="Freeform 2150"/>
          <p:cNvSpPr>
            <a:spLocks/>
          </p:cNvSpPr>
          <p:nvPr/>
        </p:nvSpPr>
        <p:spPr bwMode="auto">
          <a:xfrm>
            <a:off x="6400800" y="32766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063" name="Object 2151"/>
          <p:cNvGraphicFramePr>
            <a:graphicFrameLocks noChangeAspect="1"/>
          </p:cNvGraphicFramePr>
          <p:nvPr/>
        </p:nvGraphicFramePr>
        <p:xfrm>
          <a:off x="6413500" y="28321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44063" name="Object 21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28321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4" name="Line 2152"/>
          <p:cNvSpPr>
            <a:spLocks noChangeShapeType="1"/>
          </p:cNvSpPr>
          <p:nvPr/>
        </p:nvSpPr>
        <p:spPr bwMode="auto">
          <a:xfrm flipV="1">
            <a:off x="6172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5" name="Freeform 2153"/>
          <p:cNvSpPr>
            <a:spLocks/>
          </p:cNvSpPr>
          <p:nvPr/>
        </p:nvSpPr>
        <p:spPr bwMode="auto">
          <a:xfrm>
            <a:off x="4876800" y="44196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6" name="Freeform 2154"/>
          <p:cNvSpPr>
            <a:spLocks/>
          </p:cNvSpPr>
          <p:nvPr/>
        </p:nvSpPr>
        <p:spPr bwMode="auto">
          <a:xfrm>
            <a:off x="3581400" y="42291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67" name="Freeform 2155"/>
          <p:cNvSpPr>
            <a:spLocks/>
          </p:cNvSpPr>
          <p:nvPr/>
        </p:nvSpPr>
        <p:spPr bwMode="auto">
          <a:xfrm>
            <a:off x="2286000" y="36068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068" name="Group 2156"/>
          <p:cNvGrpSpPr>
            <a:grpSpLocks/>
          </p:cNvGrpSpPr>
          <p:nvPr/>
        </p:nvGrpSpPr>
        <p:grpSpPr bwMode="auto">
          <a:xfrm>
            <a:off x="7010400" y="4597400"/>
            <a:ext cx="900113" cy="609600"/>
            <a:chOff x="4224" y="1824"/>
            <a:chExt cx="567" cy="384"/>
          </a:xfrm>
        </p:grpSpPr>
        <p:graphicFrame>
          <p:nvGraphicFramePr>
            <p:cNvPr id="44070" name="Object 215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44070" name="Object 21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71" name="Line 215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4069" name="Object 2159"/>
          <p:cNvGraphicFramePr>
            <a:graphicFrameLocks noChangeAspect="1"/>
          </p:cNvGraphicFramePr>
          <p:nvPr/>
        </p:nvGraphicFramePr>
        <p:xfrm>
          <a:off x="1981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19100" imgH="469900" progId="Equation.3">
                  <p:embed/>
                </p:oleObj>
              </mc:Choice>
              <mc:Fallback>
                <p:oleObj name="Equation" r:id="rId27" imgW="419100" imgH="469900" progId="Equation.3">
                  <p:embed/>
                  <p:pic>
                    <p:nvPicPr>
                      <p:cNvPr id="44069" name="Object 2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1713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903A3A0-49E2-402C-B8F8-BC2028BD72FF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Oval 2"/>
          <p:cNvSpPr>
            <a:spLocks noChangeArrowheads="1"/>
          </p:cNvSpPr>
          <p:nvPr/>
        </p:nvSpPr>
        <p:spPr bwMode="auto">
          <a:xfrm>
            <a:off x="19050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0" name="Oval 3"/>
          <p:cNvSpPr>
            <a:spLocks noChangeArrowheads="1"/>
          </p:cNvSpPr>
          <p:nvPr/>
        </p:nvSpPr>
        <p:spPr bwMode="auto">
          <a:xfrm>
            <a:off x="44958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1" name="Oval 4"/>
          <p:cNvSpPr>
            <a:spLocks noChangeArrowheads="1"/>
          </p:cNvSpPr>
          <p:nvPr/>
        </p:nvSpPr>
        <p:spPr bwMode="auto">
          <a:xfrm>
            <a:off x="57912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2" name="Oval 5"/>
          <p:cNvSpPr>
            <a:spLocks noChangeArrowheads="1"/>
          </p:cNvSpPr>
          <p:nvPr/>
        </p:nvSpPr>
        <p:spPr bwMode="auto">
          <a:xfrm>
            <a:off x="7162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3" name="Oval 6"/>
          <p:cNvSpPr>
            <a:spLocks noChangeArrowheads="1"/>
          </p:cNvSpPr>
          <p:nvPr/>
        </p:nvSpPr>
        <p:spPr bwMode="auto">
          <a:xfrm>
            <a:off x="7010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5064" name="Line 7"/>
          <p:cNvSpPr>
            <a:spLocks noChangeShapeType="1"/>
          </p:cNvSpPr>
          <p:nvPr/>
        </p:nvSpPr>
        <p:spPr bwMode="auto">
          <a:xfrm>
            <a:off x="1295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5" name="Line 8"/>
          <p:cNvSpPr>
            <a:spLocks noChangeShapeType="1"/>
          </p:cNvSpPr>
          <p:nvPr/>
        </p:nvSpPr>
        <p:spPr bwMode="auto">
          <a:xfrm>
            <a:off x="3733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6" name="Line 9"/>
          <p:cNvSpPr>
            <a:spLocks noChangeShapeType="1"/>
          </p:cNvSpPr>
          <p:nvPr/>
        </p:nvSpPr>
        <p:spPr bwMode="auto">
          <a:xfrm>
            <a:off x="5029200" y="5638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67" name="Line 10"/>
          <p:cNvSpPr>
            <a:spLocks noChangeShapeType="1"/>
          </p:cNvSpPr>
          <p:nvPr/>
        </p:nvSpPr>
        <p:spPr bwMode="auto">
          <a:xfrm>
            <a:off x="6324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68" name="Object 11"/>
          <p:cNvGraphicFramePr>
            <a:graphicFrameLocks noChangeAspect="1"/>
          </p:cNvGraphicFramePr>
          <p:nvPr/>
        </p:nvGraphicFramePr>
        <p:xfrm>
          <a:off x="1981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4506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Oval 12"/>
          <p:cNvSpPr>
            <a:spLocks noChangeArrowheads="1"/>
          </p:cNvSpPr>
          <p:nvPr/>
        </p:nvSpPr>
        <p:spPr bwMode="auto">
          <a:xfrm>
            <a:off x="3200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5070" name="Object 13"/>
          <p:cNvGraphicFramePr>
            <a:graphicFrameLocks noChangeAspect="1"/>
          </p:cNvGraphicFramePr>
          <p:nvPr/>
        </p:nvGraphicFramePr>
        <p:xfrm>
          <a:off x="3314700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4507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1" name="Object 14"/>
          <p:cNvGraphicFramePr>
            <a:graphicFrameLocks noChangeAspect="1"/>
          </p:cNvGraphicFramePr>
          <p:nvPr/>
        </p:nvGraphicFramePr>
        <p:xfrm>
          <a:off x="4584700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4507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2" name="Object 15"/>
          <p:cNvGraphicFramePr>
            <a:graphicFrameLocks noChangeAspect="1"/>
          </p:cNvGraphicFramePr>
          <p:nvPr/>
        </p:nvGraphicFramePr>
        <p:xfrm>
          <a:off x="5880100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4507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3" name="Object 16"/>
          <p:cNvGraphicFramePr>
            <a:graphicFrameLocks noChangeAspect="1"/>
          </p:cNvGraphicFramePr>
          <p:nvPr/>
        </p:nvGraphicFramePr>
        <p:xfrm>
          <a:off x="7239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4507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4" name="Line 17"/>
          <p:cNvSpPr>
            <a:spLocks noChangeShapeType="1"/>
          </p:cNvSpPr>
          <p:nvPr/>
        </p:nvSpPr>
        <p:spPr bwMode="auto">
          <a:xfrm>
            <a:off x="2438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75" name="Object 18"/>
          <p:cNvGraphicFramePr>
            <a:graphicFrameLocks noChangeAspect="1"/>
          </p:cNvGraphicFramePr>
          <p:nvPr/>
        </p:nvGraphicFramePr>
        <p:xfrm>
          <a:off x="2667000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4507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6" name="Object 19"/>
          <p:cNvGraphicFramePr>
            <a:graphicFrameLocks noChangeAspect="1"/>
          </p:cNvGraphicFramePr>
          <p:nvPr/>
        </p:nvGraphicFramePr>
        <p:xfrm>
          <a:off x="3962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4507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7" name="Object 20"/>
          <p:cNvGraphicFramePr>
            <a:graphicFrameLocks noChangeAspect="1"/>
          </p:cNvGraphicFramePr>
          <p:nvPr/>
        </p:nvGraphicFramePr>
        <p:xfrm>
          <a:off x="5257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4507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8" name="Object 21"/>
          <p:cNvGraphicFramePr>
            <a:graphicFrameLocks noChangeAspect="1"/>
          </p:cNvGraphicFramePr>
          <p:nvPr/>
        </p:nvGraphicFramePr>
        <p:xfrm>
          <a:off x="6553200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507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9" name="Oval 22"/>
          <p:cNvSpPr>
            <a:spLocks noChangeArrowheads="1"/>
          </p:cNvSpPr>
          <p:nvPr/>
        </p:nvSpPr>
        <p:spPr bwMode="auto">
          <a:xfrm>
            <a:off x="6565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5080" name="Object 23"/>
          <p:cNvGraphicFramePr>
            <a:graphicFrameLocks noChangeAspect="1"/>
          </p:cNvGraphicFramePr>
          <p:nvPr/>
        </p:nvGraphicFramePr>
        <p:xfrm>
          <a:off x="6642100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4508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1" name="Object 24"/>
          <p:cNvGraphicFramePr>
            <a:graphicFrameLocks noChangeAspect="1"/>
          </p:cNvGraphicFramePr>
          <p:nvPr/>
        </p:nvGraphicFramePr>
        <p:xfrm>
          <a:off x="3505200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4508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2" name="Object 25"/>
          <p:cNvGraphicFramePr>
            <a:graphicFrameLocks noChangeAspect="1"/>
          </p:cNvGraphicFramePr>
          <p:nvPr/>
        </p:nvGraphicFramePr>
        <p:xfrm>
          <a:off x="4724400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4508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3" name="Object 26"/>
          <p:cNvGraphicFramePr>
            <a:graphicFrameLocks noChangeAspect="1"/>
          </p:cNvGraphicFramePr>
          <p:nvPr/>
        </p:nvGraphicFramePr>
        <p:xfrm>
          <a:off x="6019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4508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4" name="Object 27"/>
          <p:cNvGraphicFramePr>
            <a:graphicFrameLocks noChangeAspect="1"/>
          </p:cNvGraphicFramePr>
          <p:nvPr/>
        </p:nvGraphicFramePr>
        <p:xfrm>
          <a:off x="2133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4508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5" name="Freeform 28"/>
          <p:cNvSpPr>
            <a:spLocks/>
          </p:cNvSpPr>
          <p:nvPr/>
        </p:nvSpPr>
        <p:spPr bwMode="auto">
          <a:xfrm>
            <a:off x="6400800" y="32766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5086" name="Object 29"/>
          <p:cNvGraphicFramePr>
            <a:graphicFrameLocks noChangeAspect="1"/>
          </p:cNvGraphicFramePr>
          <p:nvPr/>
        </p:nvGraphicFramePr>
        <p:xfrm>
          <a:off x="6413500" y="28321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4508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28321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87" name="Line 30"/>
          <p:cNvSpPr>
            <a:spLocks noChangeShapeType="1"/>
          </p:cNvSpPr>
          <p:nvPr/>
        </p:nvSpPr>
        <p:spPr bwMode="auto">
          <a:xfrm flipV="1">
            <a:off x="6172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8" name="Freeform 31"/>
          <p:cNvSpPr>
            <a:spLocks/>
          </p:cNvSpPr>
          <p:nvPr/>
        </p:nvSpPr>
        <p:spPr bwMode="auto">
          <a:xfrm>
            <a:off x="4876800" y="44196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9" name="Freeform 32"/>
          <p:cNvSpPr>
            <a:spLocks/>
          </p:cNvSpPr>
          <p:nvPr/>
        </p:nvSpPr>
        <p:spPr bwMode="auto">
          <a:xfrm>
            <a:off x="3581400" y="42291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90" name="Freeform 33"/>
          <p:cNvSpPr>
            <a:spLocks/>
          </p:cNvSpPr>
          <p:nvPr/>
        </p:nvSpPr>
        <p:spPr bwMode="auto">
          <a:xfrm>
            <a:off x="2286000" y="36068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5091" name="Group 34"/>
          <p:cNvGrpSpPr>
            <a:grpSpLocks/>
          </p:cNvGrpSpPr>
          <p:nvPr/>
        </p:nvGrpSpPr>
        <p:grpSpPr bwMode="auto">
          <a:xfrm>
            <a:off x="7010400" y="4597400"/>
            <a:ext cx="900113" cy="609600"/>
            <a:chOff x="4224" y="1824"/>
            <a:chExt cx="567" cy="384"/>
          </a:xfrm>
        </p:grpSpPr>
        <p:graphicFrame>
          <p:nvGraphicFramePr>
            <p:cNvPr id="45093" name="Object 3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45093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94" name="Line 3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5092" name="Object 37"/>
          <p:cNvGraphicFramePr>
            <a:graphicFrameLocks noChangeAspect="1"/>
          </p:cNvGraphicFramePr>
          <p:nvPr/>
        </p:nvGraphicFramePr>
        <p:xfrm>
          <a:off x="3124200" y="1295400"/>
          <a:ext cx="251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514600" imgH="584200" progId="Equation.3">
                  <p:embed/>
                </p:oleObj>
              </mc:Choice>
              <mc:Fallback>
                <p:oleObj name="Equation" r:id="rId27" imgW="2514600" imgH="584200" progId="Equation.3">
                  <p:embed/>
                  <p:pic>
                    <p:nvPicPr>
                      <p:cNvPr id="45092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95400"/>
                        <a:ext cx="251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4315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B8BB151C-0A8A-487C-93D4-C477564F346C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-119061"/>
            <a:ext cx="7886700" cy="834616"/>
          </a:xfrm>
        </p:spPr>
        <p:txBody>
          <a:bodyPr/>
          <a:lstStyle/>
          <a:p>
            <a:r>
              <a:rPr lang="en-US" altLang="en-US" dirty="0"/>
              <a:t>Transition Table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 </a:t>
            </a:r>
          </a:p>
        </p:txBody>
      </p:sp>
      <p:graphicFrame>
        <p:nvGraphicFramePr>
          <p:cNvPr id="4608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355783"/>
              </p:ext>
            </p:extLst>
          </p:nvPr>
        </p:nvGraphicFramePr>
        <p:xfrm>
          <a:off x="5664200" y="90284"/>
          <a:ext cx="330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200" imgH="419100" progId="Equation.3">
                  <p:embed/>
                </p:oleObj>
              </mc:Choice>
              <mc:Fallback>
                <p:oleObj name="Equation" r:id="rId2" imgW="330200" imgH="419100" progId="Equation.3">
                  <p:embed/>
                  <p:pic>
                    <p:nvPicPr>
                      <p:cNvPr id="4608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200" y="90284"/>
                        <a:ext cx="330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Oval 5"/>
          <p:cNvSpPr>
            <a:spLocks noChangeArrowheads="1"/>
          </p:cNvSpPr>
          <p:nvPr/>
        </p:nvSpPr>
        <p:spPr bwMode="auto">
          <a:xfrm>
            <a:off x="29718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087" name="Oval 6"/>
          <p:cNvSpPr>
            <a:spLocks noChangeArrowheads="1"/>
          </p:cNvSpPr>
          <p:nvPr/>
        </p:nvSpPr>
        <p:spPr bwMode="auto">
          <a:xfrm>
            <a:off x="55626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088" name="Oval 7"/>
          <p:cNvSpPr>
            <a:spLocks noChangeArrowheads="1"/>
          </p:cNvSpPr>
          <p:nvPr/>
        </p:nvSpPr>
        <p:spPr bwMode="auto">
          <a:xfrm>
            <a:off x="68580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089" name="Oval 8"/>
          <p:cNvSpPr>
            <a:spLocks noChangeArrowheads="1"/>
          </p:cNvSpPr>
          <p:nvPr/>
        </p:nvSpPr>
        <p:spPr bwMode="auto">
          <a:xfrm>
            <a:off x="82296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090" name="Line 9"/>
          <p:cNvSpPr>
            <a:spLocks noChangeShapeType="1"/>
          </p:cNvSpPr>
          <p:nvPr/>
        </p:nvSpPr>
        <p:spPr bwMode="auto">
          <a:xfrm>
            <a:off x="23622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1" name="Line 10"/>
          <p:cNvSpPr>
            <a:spLocks noChangeShapeType="1"/>
          </p:cNvSpPr>
          <p:nvPr/>
        </p:nvSpPr>
        <p:spPr bwMode="auto">
          <a:xfrm>
            <a:off x="48006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2" name="Line 11"/>
          <p:cNvSpPr>
            <a:spLocks noChangeShapeType="1"/>
          </p:cNvSpPr>
          <p:nvPr/>
        </p:nvSpPr>
        <p:spPr bwMode="auto">
          <a:xfrm>
            <a:off x="60960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3" name="Line 12"/>
          <p:cNvSpPr>
            <a:spLocks noChangeShapeType="1"/>
          </p:cNvSpPr>
          <p:nvPr/>
        </p:nvSpPr>
        <p:spPr bwMode="auto">
          <a:xfrm>
            <a:off x="7391400" y="5918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094" name="Object 13"/>
          <p:cNvGraphicFramePr>
            <a:graphicFrameLocks noChangeAspect="1"/>
          </p:cNvGraphicFramePr>
          <p:nvPr/>
        </p:nvGraphicFramePr>
        <p:xfrm>
          <a:off x="3048000" y="5613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4609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613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5" name="Oval 14"/>
          <p:cNvSpPr>
            <a:spLocks noChangeArrowheads="1"/>
          </p:cNvSpPr>
          <p:nvPr/>
        </p:nvSpPr>
        <p:spPr bwMode="auto">
          <a:xfrm>
            <a:off x="42672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6096" name="Object 15"/>
          <p:cNvGraphicFramePr>
            <a:graphicFrameLocks noChangeAspect="1"/>
          </p:cNvGraphicFramePr>
          <p:nvPr/>
        </p:nvGraphicFramePr>
        <p:xfrm>
          <a:off x="4381500" y="56134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4609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56134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7" name="Object 16"/>
          <p:cNvGraphicFramePr>
            <a:graphicFrameLocks noChangeAspect="1"/>
          </p:cNvGraphicFramePr>
          <p:nvPr/>
        </p:nvGraphicFramePr>
        <p:xfrm>
          <a:off x="5651500" y="5613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4609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613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8" name="Object 17"/>
          <p:cNvGraphicFramePr>
            <a:graphicFrameLocks noChangeAspect="1"/>
          </p:cNvGraphicFramePr>
          <p:nvPr/>
        </p:nvGraphicFramePr>
        <p:xfrm>
          <a:off x="6946900" y="5613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4609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613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9" name="Object 18"/>
          <p:cNvGraphicFramePr>
            <a:graphicFrameLocks noChangeAspect="1"/>
          </p:cNvGraphicFramePr>
          <p:nvPr/>
        </p:nvGraphicFramePr>
        <p:xfrm>
          <a:off x="8305800" y="5613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4609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613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0" name="Line 19"/>
          <p:cNvSpPr>
            <a:spLocks noChangeShapeType="1"/>
          </p:cNvSpPr>
          <p:nvPr/>
        </p:nvSpPr>
        <p:spPr bwMode="auto">
          <a:xfrm>
            <a:off x="35052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101" name="Object 20"/>
          <p:cNvGraphicFramePr>
            <a:graphicFrameLocks noChangeAspect="1"/>
          </p:cNvGraphicFramePr>
          <p:nvPr/>
        </p:nvGraphicFramePr>
        <p:xfrm>
          <a:off x="3733800" y="561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610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61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2" name="Object 21"/>
          <p:cNvGraphicFramePr>
            <a:graphicFrameLocks noChangeAspect="1"/>
          </p:cNvGraphicFramePr>
          <p:nvPr/>
        </p:nvGraphicFramePr>
        <p:xfrm>
          <a:off x="5029200" y="5537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4610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537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3" name="Object 22"/>
          <p:cNvGraphicFramePr>
            <a:graphicFrameLocks noChangeAspect="1"/>
          </p:cNvGraphicFramePr>
          <p:nvPr/>
        </p:nvGraphicFramePr>
        <p:xfrm>
          <a:off x="6324600" y="5537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4610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537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4" name="Object 23"/>
          <p:cNvGraphicFramePr>
            <a:graphicFrameLocks noChangeAspect="1"/>
          </p:cNvGraphicFramePr>
          <p:nvPr/>
        </p:nvGraphicFramePr>
        <p:xfrm>
          <a:off x="7620000" y="561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610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561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05" name="Oval 24"/>
          <p:cNvSpPr>
            <a:spLocks noChangeArrowheads="1"/>
          </p:cNvSpPr>
          <p:nvPr/>
        </p:nvSpPr>
        <p:spPr bwMode="auto">
          <a:xfrm>
            <a:off x="7632700" y="4330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6106" name="Object 25"/>
          <p:cNvGraphicFramePr>
            <a:graphicFrameLocks noChangeAspect="1"/>
          </p:cNvGraphicFramePr>
          <p:nvPr/>
        </p:nvGraphicFramePr>
        <p:xfrm>
          <a:off x="7708900" y="43307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224" imgH="469696" progId="Equation.3">
                  <p:embed/>
                </p:oleObj>
              </mc:Choice>
              <mc:Fallback>
                <p:oleObj name="Equation" r:id="rId20" imgW="406224" imgH="469696" progId="Equation.3">
                  <p:embed/>
                  <p:pic>
                    <p:nvPicPr>
                      <p:cNvPr id="4610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43307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7" name="Object 26"/>
          <p:cNvGraphicFramePr>
            <a:graphicFrameLocks noChangeAspect="1"/>
          </p:cNvGraphicFramePr>
          <p:nvPr/>
        </p:nvGraphicFramePr>
        <p:xfrm>
          <a:off x="4572000" y="5156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4610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156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8" name="Object 27"/>
          <p:cNvGraphicFramePr>
            <a:graphicFrameLocks noChangeAspect="1"/>
          </p:cNvGraphicFramePr>
          <p:nvPr/>
        </p:nvGraphicFramePr>
        <p:xfrm>
          <a:off x="5791200" y="5232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4610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232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09" name="Object 28"/>
          <p:cNvGraphicFramePr>
            <a:graphicFrameLocks noChangeAspect="1"/>
          </p:cNvGraphicFramePr>
          <p:nvPr/>
        </p:nvGraphicFramePr>
        <p:xfrm>
          <a:off x="7086600" y="5156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4610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156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0" name="Object 29"/>
          <p:cNvGraphicFramePr>
            <a:graphicFrameLocks noChangeAspect="1"/>
          </p:cNvGraphicFramePr>
          <p:nvPr/>
        </p:nvGraphicFramePr>
        <p:xfrm>
          <a:off x="3200400" y="5080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4611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080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1" name="Freeform 30"/>
          <p:cNvSpPr>
            <a:spLocks/>
          </p:cNvSpPr>
          <p:nvPr/>
        </p:nvSpPr>
        <p:spPr bwMode="auto">
          <a:xfrm>
            <a:off x="7467600" y="35560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6112" name="Object 31"/>
          <p:cNvGraphicFramePr>
            <a:graphicFrameLocks noChangeAspect="1"/>
          </p:cNvGraphicFramePr>
          <p:nvPr/>
        </p:nvGraphicFramePr>
        <p:xfrm>
          <a:off x="7480300" y="31115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08" imgH="444307" progId="Equation.3">
                  <p:embed/>
                </p:oleObj>
              </mc:Choice>
              <mc:Fallback>
                <p:oleObj name="Equation" r:id="rId26" imgW="672808" imgH="444307" progId="Equation.3">
                  <p:embed/>
                  <p:pic>
                    <p:nvPicPr>
                      <p:cNvPr id="4611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31115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3" name="Line 32"/>
          <p:cNvSpPr>
            <a:spLocks noChangeShapeType="1"/>
          </p:cNvSpPr>
          <p:nvPr/>
        </p:nvSpPr>
        <p:spPr bwMode="auto">
          <a:xfrm flipV="1">
            <a:off x="7239000" y="4851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14" name="Freeform 33"/>
          <p:cNvSpPr>
            <a:spLocks/>
          </p:cNvSpPr>
          <p:nvPr/>
        </p:nvSpPr>
        <p:spPr bwMode="auto">
          <a:xfrm>
            <a:off x="5943600" y="46990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15" name="Freeform 34"/>
          <p:cNvSpPr>
            <a:spLocks/>
          </p:cNvSpPr>
          <p:nvPr/>
        </p:nvSpPr>
        <p:spPr bwMode="auto">
          <a:xfrm>
            <a:off x="4648200" y="45085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16" name="Freeform 35"/>
          <p:cNvSpPr>
            <a:spLocks/>
          </p:cNvSpPr>
          <p:nvPr/>
        </p:nvSpPr>
        <p:spPr bwMode="auto">
          <a:xfrm>
            <a:off x="3352800" y="38862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17" name="Rectangle 39"/>
          <p:cNvSpPr>
            <a:spLocks noChangeArrowheads="1"/>
          </p:cNvSpPr>
          <p:nvPr/>
        </p:nvSpPr>
        <p:spPr bwMode="auto">
          <a:xfrm>
            <a:off x="304800" y="762000"/>
            <a:ext cx="2819400" cy="4267200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6118" name="Line 40"/>
          <p:cNvSpPr>
            <a:spLocks noChangeShapeType="1"/>
          </p:cNvSpPr>
          <p:nvPr/>
        </p:nvSpPr>
        <p:spPr bwMode="auto">
          <a:xfrm>
            <a:off x="1143000" y="762000"/>
            <a:ext cx="0" cy="426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19" name="Line 41"/>
          <p:cNvSpPr>
            <a:spLocks noChangeShapeType="1"/>
          </p:cNvSpPr>
          <p:nvPr/>
        </p:nvSpPr>
        <p:spPr bwMode="auto">
          <a:xfrm>
            <a:off x="2209800" y="7620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20" name="Line 42"/>
          <p:cNvSpPr>
            <a:spLocks noChangeShapeType="1"/>
          </p:cNvSpPr>
          <p:nvPr/>
        </p:nvSpPr>
        <p:spPr bwMode="auto">
          <a:xfrm flipV="1">
            <a:off x="304800" y="1371600"/>
            <a:ext cx="2819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21" name="Line 43"/>
          <p:cNvSpPr>
            <a:spLocks noChangeShapeType="1"/>
          </p:cNvSpPr>
          <p:nvPr/>
        </p:nvSpPr>
        <p:spPr bwMode="auto">
          <a:xfrm flipV="1">
            <a:off x="304800" y="19812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22" name="Line 44"/>
          <p:cNvSpPr>
            <a:spLocks noChangeShapeType="1"/>
          </p:cNvSpPr>
          <p:nvPr/>
        </p:nvSpPr>
        <p:spPr bwMode="auto">
          <a:xfrm flipV="1">
            <a:off x="304800" y="25908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23" name="Line 45"/>
          <p:cNvSpPr>
            <a:spLocks noChangeShapeType="1"/>
          </p:cNvSpPr>
          <p:nvPr/>
        </p:nvSpPr>
        <p:spPr bwMode="auto">
          <a:xfrm flipV="1">
            <a:off x="304800" y="32004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24" name="Line 46"/>
          <p:cNvSpPr>
            <a:spLocks noChangeShapeType="1"/>
          </p:cNvSpPr>
          <p:nvPr/>
        </p:nvSpPr>
        <p:spPr bwMode="auto">
          <a:xfrm flipV="1">
            <a:off x="304800" y="38100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25" name="Oval 47"/>
          <p:cNvSpPr>
            <a:spLocks noChangeArrowheads="1"/>
          </p:cNvSpPr>
          <p:nvPr/>
        </p:nvSpPr>
        <p:spPr bwMode="auto">
          <a:xfrm>
            <a:off x="8077200" y="54610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6126" name="Object 48"/>
          <p:cNvGraphicFramePr>
            <a:graphicFrameLocks noChangeAspect="1"/>
          </p:cNvGraphicFramePr>
          <p:nvPr/>
        </p:nvGraphicFramePr>
        <p:xfrm>
          <a:off x="609600" y="914400"/>
          <a:ext cx="279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279" imgH="342751" progId="Equation.3">
                  <p:embed/>
                </p:oleObj>
              </mc:Choice>
              <mc:Fallback>
                <p:oleObj name="Equation" r:id="rId28" imgW="279279" imgH="342751" progId="Equation.3">
                  <p:embed/>
                  <p:pic>
                    <p:nvPicPr>
                      <p:cNvPr id="46126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914400"/>
                        <a:ext cx="279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7" name="Object 49"/>
          <p:cNvGraphicFramePr>
            <a:graphicFrameLocks noChangeAspect="1"/>
          </p:cNvGraphicFramePr>
          <p:nvPr/>
        </p:nvGraphicFramePr>
        <p:xfrm>
          <a:off x="1600200" y="990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66584" imgH="279279" progId="Equation.3">
                  <p:embed/>
                </p:oleObj>
              </mc:Choice>
              <mc:Fallback>
                <p:oleObj name="Equation" r:id="rId30" imgW="266584" imgH="279279" progId="Equation.3">
                  <p:embed/>
                  <p:pic>
                    <p:nvPicPr>
                      <p:cNvPr id="46127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990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8" name="Object 50"/>
          <p:cNvGraphicFramePr>
            <a:graphicFrameLocks noChangeAspect="1"/>
          </p:cNvGraphicFramePr>
          <p:nvPr/>
        </p:nvGraphicFramePr>
        <p:xfrm>
          <a:off x="2590800" y="914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79279" imgH="380835" progId="Equation.3">
                  <p:embed/>
                </p:oleObj>
              </mc:Choice>
              <mc:Fallback>
                <p:oleObj name="Equation" r:id="rId31" imgW="279279" imgH="380835" progId="Equation.3">
                  <p:embed/>
                  <p:pic>
                    <p:nvPicPr>
                      <p:cNvPr id="46128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14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29" name="Object 51"/>
          <p:cNvGraphicFramePr>
            <a:graphicFrameLocks noChangeAspect="1"/>
          </p:cNvGraphicFramePr>
          <p:nvPr/>
        </p:nvGraphicFramePr>
        <p:xfrm>
          <a:off x="533400" y="1447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19100" imgH="469900" progId="Equation.3">
                  <p:embed/>
                </p:oleObj>
              </mc:Choice>
              <mc:Fallback>
                <p:oleObj name="Equation" r:id="rId32" imgW="419100" imgH="469900" progId="Equation.3">
                  <p:embed/>
                  <p:pic>
                    <p:nvPicPr>
                      <p:cNvPr id="46129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447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0" name="Object 52"/>
          <p:cNvGraphicFramePr>
            <a:graphicFrameLocks noChangeAspect="1"/>
          </p:cNvGraphicFramePr>
          <p:nvPr/>
        </p:nvGraphicFramePr>
        <p:xfrm>
          <a:off x="533400" y="20574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42751" imgH="469696" progId="Equation.3">
                  <p:embed/>
                </p:oleObj>
              </mc:Choice>
              <mc:Fallback>
                <p:oleObj name="Equation" r:id="rId33" imgW="342751" imgH="469696" progId="Equation.3">
                  <p:embed/>
                  <p:pic>
                    <p:nvPicPr>
                      <p:cNvPr id="4613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0574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1" name="Object 53"/>
          <p:cNvGraphicFramePr>
            <a:graphicFrameLocks noChangeAspect="1"/>
          </p:cNvGraphicFramePr>
          <p:nvPr/>
        </p:nvGraphicFramePr>
        <p:xfrm>
          <a:off x="533400" y="2667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93529" imgH="469696" progId="Equation.3">
                  <p:embed/>
                </p:oleObj>
              </mc:Choice>
              <mc:Fallback>
                <p:oleObj name="Equation" r:id="rId34" imgW="393529" imgH="469696" progId="Equation.3">
                  <p:embed/>
                  <p:pic>
                    <p:nvPicPr>
                      <p:cNvPr id="46131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667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2" name="Object 54"/>
          <p:cNvGraphicFramePr>
            <a:graphicFrameLocks noChangeAspect="1"/>
          </p:cNvGraphicFramePr>
          <p:nvPr/>
        </p:nvGraphicFramePr>
        <p:xfrm>
          <a:off x="533400" y="32766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393529" imgH="469696" progId="Equation.3">
                  <p:embed/>
                </p:oleObj>
              </mc:Choice>
              <mc:Fallback>
                <p:oleObj name="Equation" r:id="rId35" imgW="393529" imgH="469696" progId="Equation.3">
                  <p:embed/>
                  <p:pic>
                    <p:nvPicPr>
                      <p:cNvPr id="4613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766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6133" name="Object 55"/>
              <p:cNvSpPr txBox="1"/>
              <p:nvPr/>
            </p:nvSpPr>
            <p:spPr bwMode="auto">
              <a:xfrm>
                <a:off x="422800" y="3830475"/>
                <a:ext cx="673100" cy="7176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4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4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4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sz="4800" dirty="0"/>
              </a:p>
            </p:txBody>
          </p:sp>
        </mc:Choice>
        <mc:Fallback xmlns="">
          <p:sp>
            <p:nvSpPr>
              <p:cNvPr id="46133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800" y="3830475"/>
                <a:ext cx="673100" cy="717605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34" name="Line 56"/>
          <p:cNvSpPr>
            <a:spLocks noChangeShapeType="1"/>
          </p:cNvSpPr>
          <p:nvPr/>
        </p:nvSpPr>
        <p:spPr bwMode="auto">
          <a:xfrm flipV="1">
            <a:off x="304800" y="4419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135" name="Object 57"/>
              <p:cNvSpPr txBox="1"/>
              <p:nvPr/>
            </p:nvSpPr>
            <p:spPr bwMode="auto">
              <a:xfrm>
                <a:off x="533399" y="4456113"/>
                <a:ext cx="791099" cy="8457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46135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399" y="4456113"/>
                <a:ext cx="791099" cy="845728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6136" name="Object 58"/>
          <p:cNvGraphicFramePr>
            <a:graphicFrameLocks noChangeAspect="1"/>
          </p:cNvGraphicFramePr>
          <p:nvPr/>
        </p:nvGraphicFramePr>
        <p:xfrm>
          <a:off x="1524000" y="1447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42751" imgH="469696" progId="Equation.3">
                  <p:embed/>
                </p:oleObj>
              </mc:Choice>
              <mc:Fallback>
                <p:oleObj name="Equation" r:id="rId39" imgW="342751" imgH="469696" progId="Equation.3">
                  <p:embed/>
                  <p:pic>
                    <p:nvPicPr>
                      <p:cNvPr id="46136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447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7" name="Object 59"/>
          <p:cNvGraphicFramePr>
            <a:graphicFrameLocks noChangeAspect="1"/>
          </p:cNvGraphicFramePr>
          <p:nvPr/>
        </p:nvGraphicFramePr>
        <p:xfrm>
          <a:off x="2482850" y="1447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406224" imgH="469696" progId="Equation.3">
                  <p:embed/>
                </p:oleObj>
              </mc:Choice>
              <mc:Fallback>
                <p:oleObj name="Equation" r:id="rId40" imgW="406224" imgH="469696" progId="Equation.3">
                  <p:embed/>
                  <p:pic>
                    <p:nvPicPr>
                      <p:cNvPr id="46137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0" y="1447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8" name="Object 60"/>
          <p:cNvGraphicFramePr>
            <a:graphicFrameLocks noChangeAspect="1"/>
          </p:cNvGraphicFramePr>
          <p:nvPr/>
        </p:nvGraphicFramePr>
        <p:xfrm>
          <a:off x="1524000" y="20574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406224" imgH="469696" progId="Equation.3">
                  <p:embed/>
                </p:oleObj>
              </mc:Choice>
              <mc:Fallback>
                <p:oleObj name="Equation" r:id="rId41" imgW="406224" imgH="469696" progId="Equation.3">
                  <p:embed/>
                  <p:pic>
                    <p:nvPicPr>
                      <p:cNvPr id="4613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0574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39" name="Object 61"/>
          <p:cNvGraphicFramePr>
            <a:graphicFrameLocks noChangeAspect="1"/>
          </p:cNvGraphicFramePr>
          <p:nvPr/>
        </p:nvGraphicFramePr>
        <p:xfrm>
          <a:off x="2514600" y="2057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393529" imgH="469696" progId="Equation.3">
                  <p:embed/>
                </p:oleObj>
              </mc:Choice>
              <mc:Fallback>
                <p:oleObj name="Equation" r:id="rId42" imgW="393529" imgH="469696" progId="Equation.3">
                  <p:embed/>
                  <p:pic>
                    <p:nvPicPr>
                      <p:cNvPr id="4613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057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0" name="Object 62"/>
          <p:cNvGraphicFramePr>
            <a:graphicFrameLocks noChangeAspect="1"/>
          </p:cNvGraphicFramePr>
          <p:nvPr/>
        </p:nvGraphicFramePr>
        <p:xfrm>
          <a:off x="1447800" y="2590800"/>
          <a:ext cx="419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380835" imgH="482391" progId="Equation.3">
                  <p:embed/>
                </p:oleObj>
              </mc:Choice>
              <mc:Fallback>
                <p:oleObj name="Equation" r:id="rId43" imgW="380835" imgH="482391" progId="Equation.3">
                  <p:embed/>
                  <p:pic>
                    <p:nvPicPr>
                      <p:cNvPr id="4614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590800"/>
                        <a:ext cx="419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1" name="Object 63"/>
          <p:cNvGraphicFramePr>
            <a:graphicFrameLocks noChangeAspect="1"/>
          </p:cNvGraphicFramePr>
          <p:nvPr/>
        </p:nvGraphicFramePr>
        <p:xfrm>
          <a:off x="2514600" y="2667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393529" imgH="469696" progId="Equation.3">
                  <p:embed/>
                </p:oleObj>
              </mc:Choice>
              <mc:Fallback>
                <p:oleObj name="Equation" r:id="rId45" imgW="393529" imgH="469696" progId="Equation.3">
                  <p:embed/>
                  <p:pic>
                    <p:nvPicPr>
                      <p:cNvPr id="4614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667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2" name="Object 64"/>
          <p:cNvGraphicFramePr>
            <a:graphicFrameLocks noChangeAspect="1"/>
          </p:cNvGraphicFramePr>
          <p:nvPr/>
        </p:nvGraphicFramePr>
        <p:xfrm>
          <a:off x="1447800" y="32766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6" imgW="419100" imgH="469900" progId="Equation.3">
                  <p:embed/>
                </p:oleObj>
              </mc:Choice>
              <mc:Fallback>
                <p:oleObj name="Equation" r:id="rId46" imgW="419100" imgH="469900" progId="Equation.3">
                  <p:embed/>
                  <p:pic>
                    <p:nvPicPr>
                      <p:cNvPr id="46142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2766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3" name="Object 65"/>
          <p:cNvGraphicFramePr>
            <a:graphicFrameLocks noChangeAspect="1"/>
          </p:cNvGraphicFramePr>
          <p:nvPr/>
        </p:nvGraphicFramePr>
        <p:xfrm>
          <a:off x="2438400" y="32766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406224" imgH="469696" progId="Equation.3">
                  <p:embed/>
                </p:oleObj>
              </mc:Choice>
              <mc:Fallback>
                <p:oleObj name="Equation" r:id="rId47" imgW="406224" imgH="469696" progId="Equation.3">
                  <p:embed/>
                  <p:pic>
                    <p:nvPicPr>
                      <p:cNvPr id="46143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2766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144" name="Group 66"/>
          <p:cNvGrpSpPr>
            <a:grpSpLocks/>
          </p:cNvGrpSpPr>
          <p:nvPr/>
        </p:nvGrpSpPr>
        <p:grpSpPr bwMode="auto">
          <a:xfrm>
            <a:off x="8077200" y="4876800"/>
            <a:ext cx="900113" cy="609600"/>
            <a:chOff x="4224" y="1824"/>
            <a:chExt cx="567" cy="384"/>
          </a:xfrm>
        </p:grpSpPr>
        <p:graphicFrame>
          <p:nvGraphicFramePr>
            <p:cNvPr id="46149" name="Object 6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8" imgW="672808" imgH="444307" progId="Equation.3">
                    <p:embed/>
                  </p:oleObj>
                </mc:Choice>
                <mc:Fallback>
                  <p:oleObj name="Equation" r:id="rId48" imgW="672808" imgH="444307" progId="Equation.3">
                    <p:embed/>
                    <p:pic>
                      <p:nvPicPr>
                        <p:cNvPr id="46149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150" name="Line 6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6145" name="Object 69"/>
          <p:cNvGraphicFramePr>
            <a:graphicFrameLocks noChangeAspect="1"/>
          </p:cNvGraphicFramePr>
          <p:nvPr/>
        </p:nvGraphicFramePr>
        <p:xfrm>
          <a:off x="2438400" y="4495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406224" imgH="469696" progId="Equation.3">
                  <p:embed/>
                </p:oleObj>
              </mc:Choice>
              <mc:Fallback>
                <p:oleObj name="Equation" r:id="rId49" imgW="406224" imgH="469696" progId="Equation.3">
                  <p:embed/>
                  <p:pic>
                    <p:nvPicPr>
                      <p:cNvPr id="46145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495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6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005660"/>
              </p:ext>
            </p:extLst>
          </p:nvPr>
        </p:nvGraphicFramePr>
        <p:xfrm>
          <a:off x="1460500" y="4495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406224" imgH="469696" progId="Equation.3">
                  <p:embed/>
                </p:oleObj>
              </mc:Choice>
              <mc:Fallback>
                <p:oleObj name="Equation" r:id="rId50" imgW="406224" imgH="469696" progId="Equation.3">
                  <p:embed/>
                  <p:pic>
                    <p:nvPicPr>
                      <p:cNvPr id="46146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4495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7" name="Object 71"/>
          <p:cNvGraphicFramePr>
            <a:graphicFrameLocks noChangeAspect="1"/>
          </p:cNvGraphicFramePr>
          <p:nvPr/>
        </p:nvGraphicFramePr>
        <p:xfrm>
          <a:off x="2438400" y="3886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406224" imgH="469696" progId="Equation.3">
                  <p:embed/>
                </p:oleObj>
              </mc:Choice>
              <mc:Fallback>
                <p:oleObj name="Equation" r:id="rId51" imgW="406224" imgH="469696" progId="Equation.3">
                  <p:embed/>
                  <p:pic>
                    <p:nvPicPr>
                      <p:cNvPr id="46147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86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48" name="Object 72"/>
          <p:cNvGraphicFramePr>
            <a:graphicFrameLocks noChangeAspect="1"/>
          </p:cNvGraphicFramePr>
          <p:nvPr/>
        </p:nvGraphicFramePr>
        <p:xfrm>
          <a:off x="1447800" y="38862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406224" imgH="469696" progId="Equation.3">
                  <p:embed/>
                </p:oleObj>
              </mc:Choice>
              <mc:Fallback>
                <p:oleObj name="Equation" r:id="rId52" imgW="406224" imgH="469696" progId="Equation.3">
                  <p:embed/>
                  <p:pic>
                    <p:nvPicPr>
                      <p:cNvPr id="46148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8862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>
            <a:endCxn id="46129" idx="1"/>
          </p:cNvCxnSpPr>
          <p:nvPr/>
        </p:nvCxnSpPr>
        <p:spPr>
          <a:xfrm>
            <a:off x="209006" y="1682750"/>
            <a:ext cx="3243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2616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1424621-6E7D-476F-91B3-D3ED529B43C6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Extended Transition Function  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graphicFrame>
        <p:nvGraphicFramePr>
          <p:cNvPr id="4710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166053"/>
              </p:ext>
            </p:extLst>
          </p:nvPr>
        </p:nvGraphicFramePr>
        <p:xfrm>
          <a:off x="7905750" y="513160"/>
          <a:ext cx="60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9336" imgH="431613" progId="Equation.3">
                  <p:embed/>
                </p:oleObj>
              </mc:Choice>
              <mc:Fallback>
                <p:oleObj name="Equation" r:id="rId2" imgW="609336" imgH="431613" progId="Equation.3">
                  <p:embed/>
                  <p:pic>
                    <p:nvPicPr>
                      <p:cNvPr id="471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0" y="513160"/>
                        <a:ext cx="609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0" name="Object 37"/>
          <p:cNvGraphicFramePr>
            <a:graphicFrameLocks noChangeAspect="1"/>
          </p:cNvGraphicFramePr>
          <p:nvPr/>
        </p:nvGraphicFramePr>
        <p:xfrm>
          <a:off x="2971800" y="1524000"/>
          <a:ext cx="31750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5000" imgH="533400" progId="Equation.3">
                  <p:embed/>
                </p:oleObj>
              </mc:Choice>
              <mc:Fallback>
                <p:oleObj name="Equation" r:id="rId4" imgW="3175000" imgH="533400" progId="Equation.3">
                  <p:embed/>
                  <p:pic>
                    <p:nvPicPr>
                      <p:cNvPr id="4711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524000"/>
                        <a:ext cx="31750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1" name="Oval 5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7112" name="Oval 6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7113" name="Oval 7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7114" name="Oval 8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7115" name="Oval 9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7116" name="Line 10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7" name="Line 11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8" name="Line 12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19" name="Line 13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20" name="Oval 15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pSp>
        <p:nvGrpSpPr>
          <p:cNvPr id="47121" name="Group 43"/>
          <p:cNvGrpSpPr>
            <a:grpSpLocks/>
          </p:cNvGrpSpPr>
          <p:nvPr/>
        </p:nvGrpSpPr>
        <p:grpSpPr bwMode="auto">
          <a:xfrm>
            <a:off x="1905000" y="5397500"/>
            <a:ext cx="2995613" cy="469900"/>
            <a:chOff x="1200" y="3400"/>
            <a:chExt cx="1887" cy="296"/>
          </a:xfrm>
        </p:grpSpPr>
        <p:graphicFrame>
          <p:nvGraphicFramePr>
            <p:cNvPr id="47144" name="Object 14"/>
            <p:cNvGraphicFramePr>
              <a:graphicFrameLocks noChangeAspect="1"/>
            </p:cNvGraphicFramePr>
            <p:nvPr/>
          </p:nvGraphicFramePr>
          <p:xfrm>
            <a:off x="1200" y="3400"/>
            <a:ext cx="26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9100" imgH="469900" progId="Equation.3">
                    <p:embed/>
                  </p:oleObj>
                </mc:Choice>
                <mc:Fallback>
                  <p:oleObj name="Equation" r:id="rId6" imgW="419100" imgH="469900" progId="Equation.3">
                    <p:embed/>
                    <p:pic>
                      <p:nvPicPr>
                        <p:cNvPr id="4714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400"/>
                          <a:ext cx="26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45" name="Object 16"/>
            <p:cNvGraphicFramePr>
              <a:graphicFrameLocks noChangeAspect="1"/>
            </p:cNvGraphicFramePr>
            <p:nvPr/>
          </p:nvGraphicFramePr>
          <p:xfrm>
            <a:off x="2040" y="3400"/>
            <a:ext cx="21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42751" imgH="469696" progId="Equation.3">
                    <p:embed/>
                  </p:oleObj>
                </mc:Choice>
                <mc:Fallback>
                  <p:oleObj name="Equation" r:id="rId8" imgW="342751" imgH="469696" progId="Equation.3">
                    <p:embed/>
                    <p:pic>
                      <p:nvPicPr>
                        <p:cNvPr id="47145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3400"/>
                          <a:ext cx="21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46" name="Object 17"/>
            <p:cNvGraphicFramePr>
              <a:graphicFrameLocks noChangeAspect="1"/>
            </p:cNvGraphicFramePr>
            <p:nvPr/>
          </p:nvGraphicFramePr>
          <p:xfrm>
            <a:off x="2840" y="3400"/>
            <a:ext cx="24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93529" imgH="469696" progId="Equation.3">
                    <p:embed/>
                  </p:oleObj>
                </mc:Choice>
                <mc:Fallback>
                  <p:oleObj name="Equation" r:id="rId10" imgW="393529" imgH="469696" progId="Equation.3">
                    <p:embed/>
                    <p:pic>
                      <p:nvPicPr>
                        <p:cNvPr id="47146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" y="3400"/>
                          <a:ext cx="24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22" name="Object 18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3529" imgH="469696" progId="Equation.3">
                  <p:embed/>
                </p:oleObj>
              </mc:Choice>
              <mc:Fallback>
                <p:oleObj name="Equation" r:id="rId12" imgW="393529" imgH="469696" progId="Equation.3">
                  <p:embed/>
                  <p:pic>
                    <p:nvPicPr>
                      <p:cNvPr id="4712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53975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3" name="Object 19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9100" imgH="469900" progId="Equation.3">
                  <p:embed/>
                </p:oleObj>
              </mc:Choice>
              <mc:Fallback>
                <p:oleObj name="Equation" r:id="rId14" imgW="419100" imgH="469900" progId="Equation.3">
                  <p:embed/>
                  <p:pic>
                    <p:nvPicPr>
                      <p:cNvPr id="4712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3975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4" name="Line 20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25" name="Object 21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712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6" name="Object 22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4712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7" name="Object 23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79279" imgH="380835" progId="Equation.3">
                  <p:embed/>
                </p:oleObj>
              </mc:Choice>
              <mc:Fallback>
                <p:oleObj name="Equation" r:id="rId20" imgW="279279" imgH="380835" progId="Equation.3">
                  <p:embed/>
                  <p:pic>
                    <p:nvPicPr>
                      <p:cNvPr id="4712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28" name="Object 24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4712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9" name="Oval 25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7130" name="Object 26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06224" imgH="469696" progId="Equation.3">
                  <p:embed/>
                </p:oleObj>
              </mc:Choice>
              <mc:Fallback>
                <p:oleObj name="Equation" r:id="rId22" imgW="406224" imgH="469696" progId="Equation.3">
                  <p:embed/>
                  <p:pic>
                    <p:nvPicPr>
                      <p:cNvPr id="4713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114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1" name="Object 27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66584" imgH="279279" progId="Equation.3">
                  <p:embed/>
                </p:oleObj>
              </mc:Choice>
              <mc:Fallback>
                <p:oleObj name="Equation" r:id="rId24" imgW="266584" imgH="279279" progId="Equation.3">
                  <p:embed/>
                  <p:pic>
                    <p:nvPicPr>
                      <p:cNvPr id="4713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940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2" name="Object 28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66584" imgH="279279" progId="Equation.3">
                  <p:embed/>
                </p:oleObj>
              </mc:Choice>
              <mc:Fallback>
                <p:oleObj name="Equation" r:id="rId25" imgW="266584" imgH="279279" progId="Equation.3">
                  <p:embed/>
                  <p:pic>
                    <p:nvPicPr>
                      <p:cNvPr id="4713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016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3" name="Object 29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79279" imgH="380835" progId="Equation.3">
                  <p:embed/>
                </p:oleObj>
              </mc:Choice>
              <mc:Fallback>
                <p:oleObj name="Equation" r:id="rId26" imgW="279279" imgH="380835" progId="Equation.3">
                  <p:embed/>
                  <p:pic>
                    <p:nvPicPr>
                      <p:cNvPr id="4713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940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34" name="Object 30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79279" imgH="380835" progId="Equation.3">
                  <p:embed/>
                </p:oleObj>
              </mc:Choice>
              <mc:Fallback>
                <p:oleObj name="Equation" r:id="rId27" imgW="279279" imgH="380835" progId="Equation.3">
                  <p:embed/>
                  <p:pic>
                    <p:nvPicPr>
                      <p:cNvPr id="4713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64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5" name="Freeform 31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7136" name="Object 32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672808" imgH="444307" progId="Equation.3">
                  <p:embed/>
                </p:oleObj>
              </mc:Choice>
              <mc:Fallback>
                <p:oleObj name="Equation" r:id="rId28" imgW="672808" imgH="444307" progId="Equation.3">
                  <p:embed/>
                  <p:pic>
                    <p:nvPicPr>
                      <p:cNvPr id="4713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7" name="Line 33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8" name="Freeform 34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9" name="Freeform 35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40" name="Freeform 36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141" name="Group 39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47142" name="Object 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672808" imgH="444307" progId="Equation.3">
                    <p:embed/>
                  </p:oleObj>
                </mc:Choice>
                <mc:Fallback>
                  <p:oleObj name="Equation" r:id="rId30" imgW="672808" imgH="444307" progId="Equation.3">
                    <p:embed/>
                    <p:pic>
                      <p:nvPicPr>
                        <p:cNvPr id="47142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43" name="Line 4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53999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12758635-AB34-4C4B-A757-83920C227B88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8131" name="Object 1062"/>
          <p:cNvGraphicFramePr>
            <a:graphicFrameLocks noChangeAspect="1"/>
          </p:cNvGraphicFramePr>
          <p:nvPr/>
        </p:nvGraphicFramePr>
        <p:xfrm>
          <a:off x="2819400" y="1295400"/>
          <a:ext cx="31623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62300" imgH="584200" progId="Equation.3">
                  <p:embed/>
                </p:oleObj>
              </mc:Choice>
              <mc:Fallback>
                <p:oleObj name="Equation" r:id="rId2" imgW="3162300" imgH="584200" progId="Equation.3">
                  <p:embed/>
                  <p:pic>
                    <p:nvPicPr>
                      <p:cNvPr id="48131" name="Object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295400"/>
                        <a:ext cx="31623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Oval 1065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33" name="Oval 1066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34" name="Oval 1067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35" name="Oval 1068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36" name="Oval 1069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8137" name="Line 1070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8" name="Line 1071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39" name="Line 1072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0" name="Line 1073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41" name="Oval 1075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8142" name="Object 1078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529" imgH="469696" progId="Equation.3">
                  <p:embed/>
                </p:oleObj>
              </mc:Choice>
              <mc:Fallback>
                <p:oleObj name="Equation" r:id="rId4" imgW="393529" imgH="469696" progId="Equation.3">
                  <p:embed/>
                  <p:pic>
                    <p:nvPicPr>
                      <p:cNvPr id="48142" name="Object 10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53975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3" name="Object 1079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48143" name="Object 10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3975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4" name="Line 1080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45" name="Object 1081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48145" name="Object 10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6" name="Object 1082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279" imgH="380835" progId="Equation.3">
                  <p:embed/>
                </p:oleObj>
              </mc:Choice>
              <mc:Fallback>
                <p:oleObj name="Equation" r:id="rId10" imgW="279279" imgH="380835" progId="Equation.3">
                  <p:embed/>
                  <p:pic>
                    <p:nvPicPr>
                      <p:cNvPr id="48146" name="Object 10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7" name="Object 1083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48147" name="Object 10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8" name="Object 1084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48148" name="Object 10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9" name="Oval 1085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8150" name="Object 1086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6224" imgH="469696" progId="Equation.3">
                  <p:embed/>
                </p:oleObj>
              </mc:Choice>
              <mc:Fallback>
                <p:oleObj name="Equation" r:id="rId14" imgW="406224" imgH="469696" progId="Equation.3">
                  <p:embed/>
                  <p:pic>
                    <p:nvPicPr>
                      <p:cNvPr id="48150" name="Object 10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114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1" name="Object 1087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584" imgH="279279" progId="Equation.3">
                  <p:embed/>
                </p:oleObj>
              </mc:Choice>
              <mc:Fallback>
                <p:oleObj name="Equation" r:id="rId16" imgW="266584" imgH="279279" progId="Equation.3">
                  <p:embed/>
                  <p:pic>
                    <p:nvPicPr>
                      <p:cNvPr id="48151" name="Object 10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940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2" name="Object 1088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48152" name="Object 10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016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3" name="Object 1089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48153" name="Object 10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940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4" name="Object 1090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279" imgH="380835" progId="Equation.3">
                  <p:embed/>
                </p:oleObj>
              </mc:Choice>
              <mc:Fallback>
                <p:oleObj name="Equation" r:id="rId19" imgW="279279" imgH="380835" progId="Equation.3">
                  <p:embed/>
                  <p:pic>
                    <p:nvPicPr>
                      <p:cNvPr id="48154" name="Object 10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64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5" name="Freeform 1091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156" name="Object 1092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72808" imgH="444307" progId="Equation.3">
                  <p:embed/>
                </p:oleObj>
              </mc:Choice>
              <mc:Fallback>
                <p:oleObj name="Equation" r:id="rId20" imgW="672808" imgH="444307" progId="Equation.3">
                  <p:embed/>
                  <p:pic>
                    <p:nvPicPr>
                      <p:cNvPr id="48156" name="Object 10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7" name="Line 1093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8" name="Freeform 1094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59" name="Freeform 1095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60" name="Freeform 1096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161" name="Group 1097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48166" name="Object 1098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672808" imgH="444307" progId="Equation.3">
                    <p:embed/>
                  </p:oleObj>
                </mc:Choice>
                <mc:Fallback>
                  <p:oleObj name="Equation" r:id="rId22" imgW="672808" imgH="444307" progId="Equation.3">
                    <p:embed/>
                    <p:pic>
                      <p:nvPicPr>
                        <p:cNvPr id="48166" name="Object 10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167" name="Line 1099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8162" name="Group 1100"/>
          <p:cNvGrpSpPr>
            <a:grpSpLocks/>
          </p:cNvGrpSpPr>
          <p:nvPr/>
        </p:nvGrpSpPr>
        <p:grpSpPr bwMode="auto">
          <a:xfrm>
            <a:off x="1905000" y="5397500"/>
            <a:ext cx="2995613" cy="469900"/>
            <a:chOff x="1200" y="3400"/>
            <a:chExt cx="1887" cy="296"/>
          </a:xfrm>
        </p:grpSpPr>
        <p:graphicFrame>
          <p:nvGraphicFramePr>
            <p:cNvPr id="48163" name="Object 1101"/>
            <p:cNvGraphicFramePr>
              <a:graphicFrameLocks noChangeAspect="1"/>
            </p:cNvGraphicFramePr>
            <p:nvPr/>
          </p:nvGraphicFramePr>
          <p:xfrm>
            <a:off x="1200" y="3400"/>
            <a:ext cx="26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419100" imgH="469900" progId="Equation.3">
                    <p:embed/>
                  </p:oleObj>
                </mc:Choice>
                <mc:Fallback>
                  <p:oleObj name="Equation" r:id="rId23" imgW="419100" imgH="469900" progId="Equation.3">
                    <p:embed/>
                    <p:pic>
                      <p:nvPicPr>
                        <p:cNvPr id="48163" name="Object 1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3400"/>
                          <a:ext cx="26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64" name="Object 1102"/>
            <p:cNvGraphicFramePr>
              <a:graphicFrameLocks noChangeAspect="1"/>
            </p:cNvGraphicFramePr>
            <p:nvPr/>
          </p:nvGraphicFramePr>
          <p:xfrm>
            <a:off x="2040" y="3400"/>
            <a:ext cx="215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342751" imgH="469696" progId="Equation.3">
                    <p:embed/>
                  </p:oleObj>
                </mc:Choice>
                <mc:Fallback>
                  <p:oleObj name="Equation" r:id="rId25" imgW="342751" imgH="469696" progId="Equation.3">
                    <p:embed/>
                    <p:pic>
                      <p:nvPicPr>
                        <p:cNvPr id="48164" name="Object 1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3400"/>
                          <a:ext cx="215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65" name="Object 1103"/>
            <p:cNvGraphicFramePr>
              <a:graphicFrameLocks noChangeAspect="1"/>
            </p:cNvGraphicFramePr>
            <p:nvPr/>
          </p:nvGraphicFramePr>
          <p:xfrm>
            <a:off x="2840" y="3400"/>
            <a:ext cx="24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393529" imgH="469696" progId="Equation.3">
                    <p:embed/>
                  </p:oleObj>
                </mc:Choice>
                <mc:Fallback>
                  <p:oleObj name="Equation" r:id="rId27" imgW="393529" imgH="469696" progId="Equation.3">
                    <p:embed/>
                    <p:pic>
                      <p:nvPicPr>
                        <p:cNvPr id="48165" name="Object 1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0" y="3400"/>
                          <a:ext cx="24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924094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1DA6EE40-3F30-49C4-BD0D-E0048F862976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9155" name="Object 2"/>
          <p:cNvGraphicFramePr>
            <a:graphicFrameLocks noChangeAspect="1"/>
          </p:cNvGraphicFramePr>
          <p:nvPr/>
        </p:nvGraphicFramePr>
        <p:xfrm>
          <a:off x="2819400" y="1371600"/>
          <a:ext cx="36830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3000" imgH="584200" progId="Equation.3">
                  <p:embed/>
                </p:oleObj>
              </mc:Choice>
              <mc:Fallback>
                <p:oleObj name="Equation" r:id="rId2" imgW="3683000" imgH="584200" progId="Equation.3">
                  <p:embed/>
                  <p:pic>
                    <p:nvPicPr>
                      <p:cNvPr id="4915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371600"/>
                        <a:ext cx="36830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Oval 4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57" name="Oval 5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58" name="Oval 6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59" name="Oval 7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60" name="Oval 8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9161" name="Line 9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2" name="Line 10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3" name="Line 11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4" name="Line 12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65" name="Object 13"/>
          <p:cNvGraphicFramePr>
            <a:graphicFrameLocks noChangeAspect="1"/>
          </p:cNvGraphicFramePr>
          <p:nvPr/>
        </p:nvGraphicFramePr>
        <p:xfrm>
          <a:off x="1905000" y="53975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491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3975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6" name="Oval 14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9167" name="Object 15"/>
          <p:cNvGraphicFramePr>
            <a:graphicFrameLocks noChangeAspect="1"/>
          </p:cNvGraphicFramePr>
          <p:nvPr/>
        </p:nvGraphicFramePr>
        <p:xfrm>
          <a:off x="3238500" y="53975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4916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53975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8" name="Object 16"/>
          <p:cNvGraphicFramePr>
            <a:graphicFrameLocks noChangeAspect="1"/>
          </p:cNvGraphicFramePr>
          <p:nvPr/>
        </p:nvGraphicFramePr>
        <p:xfrm>
          <a:off x="4508500" y="53975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4916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53975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9" name="Object 17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529" imgH="469696" progId="Equation.3">
                  <p:embed/>
                </p:oleObj>
              </mc:Choice>
              <mc:Fallback>
                <p:oleObj name="Equation" r:id="rId10" imgW="393529" imgH="469696" progId="Equation.3">
                  <p:embed/>
                  <p:pic>
                    <p:nvPicPr>
                      <p:cNvPr id="4916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53975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0" name="Object 18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4917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3975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1" name="Line 19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4917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3" name="Object 21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49173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4" name="Object 22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279" imgH="380835" progId="Equation.3">
                  <p:embed/>
                </p:oleObj>
              </mc:Choice>
              <mc:Fallback>
                <p:oleObj name="Equation" r:id="rId18" imgW="279279" imgH="380835" progId="Equation.3">
                  <p:embed/>
                  <p:pic>
                    <p:nvPicPr>
                      <p:cNvPr id="4917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5" name="Object 23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66584" imgH="279279" progId="Equation.3">
                  <p:embed/>
                </p:oleObj>
              </mc:Choice>
              <mc:Fallback>
                <p:oleObj name="Equation" r:id="rId19" imgW="266584" imgH="279279" progId="Equation.3">
                  <p:embed/>
                  <p:pic>
                    <p:nvPicPr>
                      <p:cNvPr id="4917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6" name="Oval 24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49177" name="Object 25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06224" imgH="469696" progId="Equation.3">
                  <p:embed/>
                </p:oleObj>
              </mc:Choice>
              <mc:Fallback>
                <p:oleObj name="Equation" r:id="rId20" imgW="406224" imgH="469696" progId="Equation.3">
                  <p:embed/>
                  <p:pic>
                    <p:nvPicPr>
                      <p:cNvPr id="4917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114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8" name="Object 26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6584" imgH="279279" progId="Equation.3">
                  <p:embed/>
                </p:oleObj>
              </mc:Choice>
              <mc:Fallback>
                <p:oleObj name="Equation" r:id="rId22" imgW="266584" imgH="279279" progId="Equation.3">
                  <p:embed/>
                  <p:pic>
                    <p:nvPicPr>
                      <p:cNvPr id="4917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940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9" name="Object 27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66584" imgH="279279" progId="Equation.3">
                  <p:embed/>
                </p:oleObj>
              </mc:Choice>
              <mc:Fallback>
                <p:oleObj name="Equation" r:id="rId23" imgW="266584" imgH="279279" progId="Equation.3">
                  <p:embed/>
                  <p:pic>
                    <p:nvPicPr>
                      <p:cNvPr id="4917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016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0" name="Object 28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279" imgH="380835" progId="Equation.3">
                  <p:embed/>
                </p:oleObj>
              </mc:Choice>
              <mc:Fallback>
                <p:oleObj name="Equation" r:id="rId24" imgW="279279" imgH="380835" progId="Equation.3">
                  <p:embed/>
                  <p:pic>
                    <p:nvPicPr>
                      <p:cNvPr id="4918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940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81" name="Object 29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279279" imgH="380835" progId="Equation.3">
                  <p:embed/>
                </p:oleObj>
              </mc:Choice>
              <mc:Fallback>
                <p:oleObj name="Equation" r:id="rId25" imgW="279279" imgH="380835" progId="Equation.3">
                  <p:embed/>
                  <p:pic>
                    <p:nvPicPr>
                      <p:cNvPr id="4918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64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2" name="Freeform 30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183" name="Object 31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72808" imgH="444307" progId="Equation.3">
                  <p:embed/>
                </p:oleObj>
              </mc:Choice>
              <mc:Fallback>
                <p:oleObj name="Equation" r:id="rId26" imgW="672808" imgH="444307" progId="Equation.3">
                  <p:embed/>
                  <p:pic>
                    <p:nvPicPr>
                      <p:cNvPr id="4918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4" name="Line 32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5" name="Freeform 33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6" name="Freeform 34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87" name="Freeform 35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88" name="Group 36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49189" name="Object 3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72808" imgH="444307" progId="Equation.3">
                    <p:embed/>
                  </p:oleObj>
                </mc:Choice>
                <mc:Fallback>
                  <p:oleObj name="Equation" r:id="rId28" imgW="672808" imgH="444307" progId="Equation.3">
                    <p:embed/>
                    <p:pic>
                      <p:nvPicPr>
                        <p:cNvPr id="4918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90" name="Line 3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7886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30CE999-3CF9-4DD3-8809-E32D15F82F93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0179" name="Object 1026"/>
          <p:cNvGraphicFramePr>
            <a:graphicFrameLocks noChangeAspect="1"/>
          </p:cNvGraphicFramePr>
          <p:nvPr/>
        </p:nvGraphicFramePr>
        <p:xfrm>
          <a:off x="2387600" y="1371600"/>
          <a:ext cx="4165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600" imgH="584200" progId="Equation.3">
                  <p:embed/>
                </p:oleObj>
              </mc:Choice>
              <mc:Fallback>
                <p:oleObj name="Equation" r:id="rId2" imgW="4165600" imgH="584200" progId="Equation.3">
                  <p:embed/>
                  <p:pic>
                    <p:nvPicPr>
                      <p:cNvPr id="50179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1371600"/>
                        <a:ext cx="4165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0" name="Oval 1028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0181" name="Oval 1029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0182" name="Oval 1030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0183" name="Oval 1031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0184" name="Oval 1032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0185" name="Line 1033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Line 1034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Line 1035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8" name="Line 1036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9" name="Oval 1038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0190" name="Object 1039"/>
          <p:cNvGraphicFramePr>
            <a:graphicFrameLocks noChangeAspect="1"/>
          </p:cNvGraphicFramePr>
          <p:nvPr/>
        </p:nvGraphicFramePr>
        <p:xfrm>
          <a:off x="3238500" y="53975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019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53975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1" name="Object 1040"/>
          <p:cNvGraphicFramePr>
            <a:graphicFrameLocks noChangeAspect="1"/>
          </p:cNvGraphicFramePr>
          <p:nvPr/>
        </p:nvGraphicFramePr>
        <p:xfrm>
          <a:off x="4508500" y="53975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0191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53975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2" name="Object 1041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0192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53975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3" name="Object 1042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0193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3975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Line 1043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195" name="Object 1044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0195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6" name="Object 1045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0196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7" name="Object 1046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0197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8" name="Object 1047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0198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9" name="Oval 1048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0200" name="Object 1049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0200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114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1" name="Object 1050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0201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940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2" name="Object 1051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0202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016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3" name="Object 1052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0203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940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04" name="Object 1053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0204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64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5" name="Freeform 1054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206" name="Object 1055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0206" name="Object 1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7" name="Line 1056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08" name="Freeform 1057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09" name="Freeform 1058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10" name="Freeform 1059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211" name="Group 1060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50213" name="Object 106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50213" name="Object 10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214" name="Line 106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0212" name="Object 1064"/>
          <p:cNvGraphicFramePr>
            <a:graphicFrameLocks noChangeAspect="1"/>
          </p:cNvGraphicFramePr>
          <p:nvPr/>
        </p:nvGraphicFramePr>
        <p:xfrm>
          <a:off x="1905000" y="53975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19100" imgH="469900" progId="Equation.3">
                  <p:embed/>
                </p:oleObj>
              </mc:Choice>
              <mc:Fallback>
                <p:oleObj name="Equation" r:id="rId27" imgW="419100" imgH="469900" progId="Equation.3">
                  <p:embed/>
                  <p:pic>
                    <p:nvPicPr>
                      <p:cNvPr id="50212" name="Object 10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3975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03425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38235C0E-6B55-435E-AA0D-CEABB966CA93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203" name="Object 2"/>
          <p:cNvGraphicFramePr>
            <a:graphicFrameLocks noChangeAspect="1"/>
          </p:cNvGraphicFramePr>
          <p:nvPr/>
        </p:nvGraphicFramePr>
        <p:xfrm>
          <a:off x="3429000" y="1676400"/>
          <a:ext cx="241935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6300" imgH="457200" progId="Equation.3">
                  <p:embed/>
                </p:oleObj>
              </mc:Choice>
              <mc:Fallback>
                <p:oleObj name="Equation" r:id="rId2" imgW="2146300" imgH="457200" progId="Equation.3">
                  <p:embed/>
                  <p:pic>
                    <p:nvPicPr>
                      <p:cNvPr id="5120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76400"/>
                        <a:ext cx="241935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38"/>
          <p:cNvSpPr txBox="1">
            <a:spLocks noChangeArrowheads="1"/>
          </p:cNvSpPr>
          <p:nvPr/>
        </p:nvSpPr>
        <p:spPr bwMode="auto">
          <a:xfrm>
            <a:off x="0" y="152400"/>
            <a:ext cx="8890000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</a:t>
            </a:r>
            <a:r>
              <a:rPr lang="en-US" altLang="en-US">
                <a:solidFill>
                  <a:srgbClr val="009900"/>
                </a:solidFill>
              </a:rPr>
              <a:t>Observation:</a:t>
            </a:r>
            <a:r>
              <a:rPr lang="en-US" altLang="en-US"/>
              <a:t>  if there is a walk from      to    </a:t>
            </a:r>
          </a:p>
          <a:p>
            <a:r>
              <a:rPr lang="en-US" altLang="en-US"/>
              <a:t>                       with label          then</a:t>
            </a:r>
          </a:p>
        </p:txBody>
      </p:sp>
      <p:graphicFrame>
        <p:nvGraphicFramePr>
          <p:cNvPr id="51205" name="Object 39"/>
          <p:cNvGraphicFramePr>
            <a:graphicFrameLocks noChangeAspect="1"/>
          </p:cNvGraphicFramePr>
          <p:nvPr/>
        </p:nvGraphicFramePr>
        <p:xfrm>
          <a:off x="7391400" y="304800"/>
          <a:ext cx="2968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195" imgH="330057" progId="Equation.3">
                  <p:embed/>
                </p:oleObj>
              </mc:Choice>
              <mc:Fallback>
                <p:oleObj name="Equation" r:id="rId4" imgW="241195" imgH="330057" progId="Equation.3">
                  <p:embed/>
                  <p:pic>
                    <p:nvPicPr>
                      <p:cNvPr id="5120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304800"/>
                        <a:ext cx="2968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6" name="Object 41"/>
          <p:cNvGraphicFramePr>
            <a:graphicFrameLocks noChangeAspect="1"/>
          </p:cNvGraphicFramePr>
          <p:nvPr/>
        </p:nvGraphicFramePr>
        <p:xfrm>
          <a:off x="8534400" y="228600"/>
          <a:ext cx="3730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057" imgH="444307" progId="Equation.3">
                  <p:embed/>
                </p:oleObj>
              </mc:Choice>
              <mc:Fallback>
                <p:oleObj name="Equation" r:id="rId6" imgW="330057" imgH="444307" progId="Equation.3">
                  <p:embed/>
                  <p:pic>
                    <p:nvPicPr>
                      <p:cNvPr id="51206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400" y="228600"/>
                        <a:ext cx="3730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07" name="Object 42"/>
          <p:cNvGraphicFramePr>
            <a:graphicFrameLocks noChangeAspect="1"/>
          </p:cNvGraphicFramePr>
          <p:nvPr/>
        </p:nvGraphicFramePr>
        <p:xfrm>
          <a:off x="5181600" y="83820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36" imgH="253780" progId="Equation.3">
                  <p:embed/>
                </p:oleObj>
              </mc:Choice>
              <mc:Fallback>
                <p:oleObj name="Equation" r:id="rId8" imgW="304536" imgH="253780" progId="Equation.3">
                  <p:embed/>
                  <p:pic>
                    <p:nvPicPr>
                      <p:cNvPr id="5120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83820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8" name="Oval 43"/>
          <p:cNvSpPr>
            <a:spLocks noChangeArrowheads="1"/>
          </p:cNvSpPr>
          <p:nvPr/>
        </p:nvSpPr>
        <p:spPr bwMode="auto">
          <a:xfrm>
            <a:off x="1752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209" name="Oval 44"/>
          <p:cNvSpPr>
            <a:spLocks noChangeArrowheads="1"/>
          </p:cNvSpPr>
          <p:nvPr/>
        </p:nvSpPr>
        <p:spPr bwMode="auto">
          <a:xfrm>
            <a:off x="7086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210" name="Freeform 46"/>
          <p:cNvSpPr>
            <a:spLocks/>
          </p:cNvSpPr>
          <p:nvPr/>
        </p:nvSpPr>
        <p:spPr bwMode="auto">
          <a:xfrm>
            <a:off x="2295525" y="2997200"/>
            <a:ext cx="4867275" cy="606425"/>
          </a:xfrm>
          <a:custGeom>
            <a:avLst/>
            <a:gdLst>
              <a:gd name="T0" fmla="*/ 0 w 2328"/>
              <a:gd name="T1" fmla="*/ 2147483646 h 382"/>
              <a:gd name="T2" fmla="*/ 2147483646 w 2328"/>
              <a:gd name="T3" fmla="*/ 2147483646 h 382"/>
              <a:gd name="T4" fmla="*/ 2147483646 w 2328"/>
              <a:gd name="T5" fmla="*/ 0 h 382"/>
              <a:gd name="T6" fmla="*/ 2147483646 w 2328"/>
              <a:gd name="T7" fmla="*/ 2147483646 h 382"/>
              <a:gd name="T8" fmla="*/ 2147483646 w 2328"/>
              <a:gd name="T9" fmla="*/ 2147483646 h 382"/>
              <a:gd name="T10" fmla="*/ 2147483646 w 2328"/>
              <a:gd name="T11" fmla="*/ 2147483646 h 382"/>
              <a:gd name="T12" fmla="*/ 2147483646 w 2328"/>
              <a:gd name="T13" fmla="*/ 2147483646 h 382"/>
              <a:gd name="T14" fmla="*/ 2147483646 w 2328"/>
              <a:gd name="T15" fmla="*/ 2147483646 h 382"/>
              <a:gd name="T16" fmla="*/ 2147483646 w 2328"/>
              <a:gd name="T17" fmla="*/ 2147483646 h 382"/>
              <a:gd name="T18" fmla="*/ 2147483646 w 2328"/>
              <a:gd name="T19" fmla="*/ 2147483646 h 382"/>
              <a:gd name="T20" fmla="*/ 2147483646 w 2328"/>
              <a:gd name="T21" fmla="*/ 2147483646 h 382"/>
              <a:gd name="T22" fmla="*/ 2147483646 w 2328"/>
              <a:gd name="T23" fmla="*/ 2147483646 h 382"/>
              <a:gd name="T24" fmla="*/ 2147483646 w 2328"/>
              <a:gd name="T25" fmla="*/ 2147483646 h 382"/>
              <a:gd name="T26" fmla="*/ 2147483646 w 2328"/>
              <a:gd name="T27" fmla="*/ 2147483646 h 382"/>
              <a:gd name="T28" fmla="*/ 2147483646 w 2328"/>
              <a:gd name="T29" fmla="*/ 2147483646 h 382"/>
              <a:gd name="T30" fmla="*/ 2147483646 w 2328"/>
              <a:gd name="T31" fmla="*/ 2147483646 h 382"/>
              <a:gd name="T32" fmla="*/ 2147483646 w 2328"/>
              <a:gd name="T33" fmla="*/ 2147483646 h 382"/>
              <a:gd name="T34" fmla="*/ 2147483646 w 2328"/>
              <a:gd name="T35" fmla="*/ 2147483646 h 382"/>
              <a:gd name="T36" fmla="*/ 2147483646 w 2328"/>
              <a:gd name="T37" fmla="*/ 2147483646 h 382"/>
              <a:gd name="T38" fmla="*/ 2147483646 w 2328"/>
              <a:gd name="T39" fmla="*/ 2147483646 h 382"/>
              <a:gd name="T40" fmla="*/ 2147483646 w 2328"/>
              <a:gd name="T41" fmla="*/ 2147483646 h 382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1211" name="Object 48"/>
          <p:cNvGraphicFramePr>
            <a:graphicFrameLocks noChangeAspect="1"/>
          </p:cNvGraphicFramePr>
          <p:nvPr/>
        </p:nvGraphicFramePr>
        <p:xfrm>
          <a:off x="1905000" y="3124200"/>
          <a:ext cx="241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1195" imgH="330057" progId="Equation.3">
                  <p:embed/>
                </p:oleObj>
              </mc:Choice>
              <mc:Fallback>
                <p:oleObj name="Equation" r:id="rId10" imgW="241195" imgH="330057" progId="Equation.3">
                  <p:embed/>
                  <p:pic>
                    <p:nvPicPr>
                      <p:cNvPr id="51211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124200"/>
                        <a:ext cx="241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2" name="Object 49"/>
          <p:cNvGraphicFramePr>
            <a:graphicFrameLocks noChangeAspect="1"/>
          </p:cNvGraphicFramePr>
          <p:nvPr/>
        </p:nvGraphicFramePr>
        <p:xfrm>
          <a:off x="7194550" y="3067050"/>
          <a:ext cx="33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057" imgH="444307" progId="Equation.3">
                  <p:embed/>
                </p:oleObj>
              </mc:Choice>
              <mc:Fallback>
                <p:oleObj name="Equation" r:id="rId12" imgW="330057" imgH="444307" progId="Equation.3">
                  <p:embed/>
                  <p:pic>
                    <p:nvPicPr>
                      <p:cNvPr id="51212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4550" y="3067050"/>
                        <a:ext cx="33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3" name="Object 51"/>
          <p:cNvGraphicFramePr>
            <a:graphicFrameLocks noChangeAspect="1"/>
          </p:cNvGraphicFramePr>
          <p:nvPr/>
        </p:nvGraphicFramePr>
        <p:xfrm>
          <a:off x="4419600" y="289560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04536" imgH="253780" progId="Equation.3">
                  <p:embed/>
                </p:oleObj>
              </mc:Choice>
              <mc:Fallback>
                <p:oleObj name="Equation" r:id="rId13" imgW="304536" imgH="253780" progId="Equation.3">
                  <p:embed/>
                  <p:pic>
                    <p:nvPicPr>
                      <p:cNvPr id="51213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89560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4" name="Oval 52"/>
          <p:cNvSpPr>
            <a:spLocks noChangeArrowheads="1"/>
          </p:cNvSpPr>
          <p:nvPr/>
        </p:nvSpPr>
        <p:spPr bwMode="auto">
          <a:xfrm>
            <a:off x="1743075" y="553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215" name="Oval 53"/>
          <p:cNvSpPr>
            <a:spLocks noChangeArrowheads="1"/>
          </p:cNvSpPr>
          <p:nvPr/>
        </p:nvSpPr>
        <p:spPr bwMode="auto">
          <a:xfrm>
            <a:off x="7077075" y="553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216" name="Object 55"/>
          <p:cNvGraphicFramePr>
            <a:graphicFrameLocks noChangeAspect="1"/>
          </p:cNvGraphicFramePr>
          <p:nvPr/>
        </p:nvGraphicFramePr>
        <p:xfrm>
          <a:off x="1895475" y="5613400"/>
          <a:ext cx="241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195" imgH="330057" progId="Equation.3">
                  <p:embed/>
                </p:oleObj>
              </mc:Choice>
              <mc:Fallback>
                <p:oleObj name="Equation" r:id="rId14" imgW="241195" imgH="330057" progId="Equation.3">
                  <p:embed/>
                  <p:pic>
                    <p:nvPicPr>
                      <p:cNvPr id="51216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5475" y="5613400"/>
                        <a:ext cx="241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7" name="Object 56"/>
          <p:cNvGraphicFramePr>
            <a:graphicFrameLocks noChangeAspect="1"/>
          </p:cNvGraphicFramePr>
          <p:nvPr/>
        </p:nvGraphicFramePr>
        <p:xfrm>
          <a:off x="7185025" y="5556250"/>
          <a:ext cx="33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0057" imgH="444307" progId="Equation.3">
                  <p:embed/>
                </p:oleObj>
              </mc:Choice>
              <mc:Fallback>
                <p:oleObj name="Equation" r:id="rId15" imgW="330057" imgH="444307" progId="Equation.3">
                  <p:embed/>
                  <p:pic>
                    <p:nvPicPr>
                      <p:cNvPr id="51217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5025" y="5556250"/>
                        <a:ext cx="33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8" name="Object 57"/>
          <p:cNvGraphicFramePr>
            <a:graphicFrameLocks noChangeAspect="1"/>
          </p:cNvGraphicFramePr>
          <p:nvPr/>
        </p:nvGraphicFramePr>
        <p:xfrm>
          <a:off x="3505200" y="4800600"/>
          <a:ext cx="2374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74900" imgH="482600" progId="Equation.3">
                  <p:embed/>
                </p:oleObj>
              </mc:Choice>
              <mc:Fallback>
                <p:oleObj name="Equation" r:id="rId16" imgW="2374900" imgH="482600" progId="Equation.3">
                  <p:embed/>
                  <p:pic>
                    <p:nvPicPr>
                      <p:cNvPr id="51218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00600"/>
                        <a:ext cx="23749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9" name="Oval 58"/>
          <p:cNvSpPr>
            <a:spLocks noChangeArrowheads="1"/>
          </p:cNvSpPr>
          <p:nvPr/>
        </p:nvSpPr>
        <p:spPr bwMode="auto">
          <a:xfrm>
            <a:off x="28194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220" name="Oval 60"/>
          <p:cNvSpPr>
            <a:spLocks noChangeArrowheads="1"/>
          </p:cNvSpPr>
          <p:nvPr/>
        </p:nvSpPr>
        <p:spPr bwMode="auto">
          <a:xfrm>
            <a:off x="3886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221" name="Oval 62"/>
          <p:cNvSpPr>
            <a:spLocks noChangeArrowheads="1"/>
          </p:cNvSpPr>
          <p:nvPr/>
        </p:nvSpPr>
        <p:spPr bwMode="auto">
          <a:xfrm>
            <a:off x="60960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222" name="Line 64"/>
          <p:cNvSpPr>
            <a:spLocks noChangeShapeType="1"/>
          </p:cNvSpPr>
          <p:nvPr/>
        </p:nvSpPr>
        <p:spPr bwMode="auto">
          <a:xfrm>
            <a:off x="2286000" y="5791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3" name="Line 65"/>
          <p:cNvSpPr>
            <a:spLocks noChangeShapeType="1"/>
          </p:cNvSpPr>
          <p:nvPr/>
        </p:nvSpPr>
        <p:spPr bwMode="auto">
          <a:xfrm>
            <a:off x="3352800" y="5791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4" name="Line 66"/>
          <p:cNvSpPr>
            <a:spLocks noChangeShapeType="1"/>
          </p:cNvSpPr>
          <p:nvPr/>
        </p:nvSpPr>
        <p:spPr bwMode="auto">
          <a:xfrm>
            <a:off x="6629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25" name="Freeform 67"/>
          <p:cNvSpPr>
            <a:spLocks/>
          </p:cNvSpPr>
          <p:nvPr/>
        </p:nvSpPr>
        <p:spPr bwMode="auto">
          <a:xfrm>
            <a:off x="4418013" y="5519738"/>
            <a:ext cx="1712912" cy="438150"/>
          </a:xfrm>
          <a:custGeom>
            <a:avLst/>
            <a:gdLst>
              <a:gd name="T0" fmla="*/ 0 w 1079"/>
              <a:gd name="T1" fmla="*/ 2147483646 h 276"/>
              <a:gd name="T2" fmla="*/ 2147483646 w 1079"/>
              <a:gd name="T3" fmla="*/ 2147483646 h 276"/>
              <a:gd name="T4" fmla="*/ 2147483646 w 1079"/>
              <a:gd name="T5" fmla="*/ 2147483646 h 276"/>
              <a:gd name="T6" fmla="*/ 2147483646 w 1079"/>
              <a:gd name="T7" fmla="*/ 2147483646 h 276"/>
              <a:gd name="T8" fmla="*/ 2147483646 w 1079"/>
              <a:gd name="T9" fmla="*/ 2147483646 h 276"/>
              <a:gd name="T10" fmla="*/ 2147483646 w 1079"/>
              <a:gd name="T11" fmla="*/ 2147483646 h 276"/>
              <a:gd name="T12" fmla="*/ 2147483646 w 1079"/>
              <a:gd name="T13" fmla="*/ 2147483646 h 276"/>
              <a:gd name="T14" fmla="*/ 2147483646 w 1079"/>
              <a:gd name="T15" fmla="*/ 2147483646 h 276"/>
              <a:gd name="T16" fmla="*/ 2147483646 w 1079"/>
              <a:gd name="T17" fmla="*/ 2147483646 h 276"/>
              <a:gd name="T18" fmla="*/ 2147483646 w 1079"/>
              <a:gd name="T19" fmla="*/ 2147483646 h 276"/>
              <a:gd name="T20" fmla="*/ 2147483646 w 1079"/>
              <a:gd name="T21" fmla="*/ 2147483646 h 276"/>
              <a:gd name="T22" fmla="*/ 2147483646 w 1079"/>
              <a:gd name="T23" fmla="*/ 2147483646 h 276"/>
              <a:gd name="T24" fmla="*/ 2147483646 w 1079"/>
              <a:gd name="T25" fmla="*/ 2147483646 h 276"/>
              <a:gd name="T26" fmla="*/ 2147483646 w 1079"/>
              <a:gd name="T27" fmla="*/ 2147483646 h 276"/>
              <a:gd name="T28" fmla="*/ 2147483646 w 1079"/>
              <a:gd name="T29" fmla="*/ 2147483646 h 276"/>
              <a:gd name="T30" fmla="*/ 2147483646 w 1079"/>
              <a:gd name="T31" fmla="*/ 2147483646 h 276"/>
              <a:gd name="T32" fmla="*/ 2147483646 w 1079"/>
              <a:gd name="T33" fmla="*/ 2147483646 h 27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1226" name="Object 68"/>
          <p:cNvGraphicFramePr>
            <a:graphicFrameLocks noChangeAspect="1"/>
          </p:cNvGraphicFramePr>
          <p:nvPr/>
        </p:nvGraphicFramePr>
        <p:xfrm>
          <a:off x="2362200" y="5410200"/>
          <a:ext cx="2555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3529" imgH="469696" progId="Equation.3">
                  <p:embed/>
                </p:oleObj>
              </mc:Choice>
              <mc:Fallback>
                <p:oleObj name="Equation" r:id="rId18" imgW="393529" imgH="469696" progId="Equation.3">
                  <p:embed/>
                  <p:pic>
                    <p:nvPicPr>
                      <p:cNvPr id="5122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410200"/>
                        <a:ext cx="25558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7" name="Object 69"/>
          <p:cNvGraphicFramePr>
            <a:graphicFrameLocks noChangeAspect="1"/>
          </p:cNvGraphicFramePr>
          <p:nvPr/>
        </p:nvGraphicFramePr>
        <p:xfrm>
          <a:off x="3413125" y="5410200"/>
          <a:ext cx="2873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44307" imgH="469696" progId="Equation.3">
                  <p:embed/>
                </p:oleObj>
              </mc:Choice>
              <mc:Fallback>
                <p:oleObj name="Equation" r:id="rId20" imgW="444307" imgH="469696" progId="Equation.3">
                  <p:embed/>
                  <p:pic>
                    <p:nvPicPr>
                      <p:cNvPr id="51227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5410200"/>
                        <a:ext cx="2873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28" name="Object 70"/>
          <p:cNvGraphicFramePr>
            <a:graphicFrameLocks noChangeAspect="1"/>
          </p:cNvGraphicFramePr>
          <p:nvPr/>
        </p:nvGraphicFramePr>
        <p:xfrm>
          <a:off x="6700838" y="5407025"/>
          <a:ext cx="295275" cy="31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57200" imgH="482600" progId="Equation.3">
                  <p:embed/>
                </p:oleObj>
              </mc:Choice>
              <mc:Fallback>
                <p:oleObj name="Equation" r:id="rId22" imgW="457200" imgH="482600" progId="Equation.3">
                  <p:embed/>
                  <p:pic>
                    <p:nvPicPr>
                      <p:cNvPr id="5122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0838" y="5407025"/>
                        <a:ext cx="295275" cy="31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544831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966A2799-005B-4FFE-A5CE-7A0EF624223B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2227" name="Object 2"/>
          <p:cNvGraphicFramePr>
            <a:graphicFrameLocks noChangeAspect="1"/>
          </p:cNvGraphicFramePr>
          <p:nvPr/>
        </p:nvGraphicFramePr>
        <p:xfrm>
          <a:off x="2133600" y="1905000"/>
          <a:ext cx="4165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65600" imgH="584200" progId="Equation.3">
                  <p:embed/>
                </p:oleObj>
              </mc:Choice>
              <mc:Fallback>
                <p:oleObj name="Equation" r:id="rId2" imgW="4165600" imgH="584200" progId="Equation.3">
                  <p:embed/>
                  <p:pic>
                    <p:nvPicPr>
                      <p:cNvPr id="5222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905000"/>
                        <a:ext cx="4165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Oval 3"/>
          <p:cNvSpPr>
            <a:spLocks noChangeArrowheads="1"/>
          </p:cNvSpPr>
          <p:nvPr/>
        </p:nvSpPr>
        <p:spPr bwMode="auto">
          <a:xfrm>
            <a:off x="18288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29" name="Oval 4"/>
          <p:cNvSpPr>
            <a:spLocks noChangeArrowheads="1"/>
          </p:cNvSpPr>
          <p:nvPr/>
        </p:nvSpPr>
        <p:spPr bwMode="auto">
          <a:xfrm>
            <a:off x="44196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30" name="Oval 5"/>
          <p:cNvSpPr>
            <a:spLocks noChangeArrowheads="1"/>
          </p:cNvSpPr>
          <p:nvPr/>
        </p:nvSpPr>
        <p:spPr bwMode="auto">
          <a:xfrm>
            <a:off x="57150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31" name="Oval 6"/>
          <p:cNvSpPr>
            <a:spLocks noChangeArrowheads="1"/>
          </p:cNvSpPr>
          <p:nvPr/>
        </p:nvSpPr>
        <p:spPr bwMode="auto">
          <a:xfrm>
            <a:off x="7086600" y="53975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32" name="Oval 7"/>
          <p:cNvSpPr>
            <a:spLocks noChangeArrowheads="1"/>
          </p:cNvSpPr>
          <p:nvPr/>
        </p:nvSpPr>
        <p:spPr bwMode="auto">
          <a:xfrm>
            <a:off x="6934200" y="52451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2233" name="Line 8"/>
          <p:cNvSpPr>
            <a:spLocks noChangeShapeType="1"/>
          </p:cNvSpPr>
          <p:nvPr/>
        </p:nvSpPr>
        <p:spPr bwMode="auto">
          <a:xfrm>
            <a:off x="1219200" y="57277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4" name="Line 9"/>
          <p:cNvSpPr>
            <a:spLocks noChangeShapeType="1"/>
          </p:cNvSpPr>
          <p:nvPr/>
        </p:nvSpPr>
        <p:spPr bwMode="auto">
          <a:xfrm>
            <a:off x="36576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5" name="Line 10"/>
          <p:cNvSpPr>
            <a:spLocks noChangeShapeType="1"/>
          </p:cNvSpPr>
          <p:nvPr/>
        </p:nvSpPr>
        <p:spPr bwMode="auto">
          <a:xfrm>
            <a:off x="49530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Line 11"/>
          <p:cNvSpPr>
            <a:spLocks noChangeShapeType="1"/>
          </p:cNvSpPr>
          <p:nvPr/>
        </p:nvSpPr>
        <p:spPr bwMode="auto">
          <a:xfrm>
            <a:off x="6248400" y="57023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Oval 12"/>
          <p:cNvSpPr>
            <a:spLocks noChangeArrowheads="1"/>
          </p:cNvSpPr>
          <p:nvPr/>
        </p:nvSpPr>
        <p:spPr bwMode="auto">
          <a:xfrm>
            <a:off x="3124200" y="53975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2238" name="Object 13"/>
          <p:cNvGraphicFramePr>
            <a:graphicFrameLocks noChangeAspect="1"/>
          </p:cNvGraphicFramePr>
          <p:nvPr/>
        </p:nvGraphicFramePr>
        <p:xfrm>
          <a:off x="3238500" y="53975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223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53975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9" name="Object 14"/>
          <p:cNvGraphicFramePr>
            <a:graphicFrameLocks noChangeAspect="1"/>
          </p:cNvGraphicFramePr>
          <p:nvPr/>
        </p:nvGraphicFramePr>
        <p:xfrm>
          <a:off x="4508500" y="53975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223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53975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0" name="Object 15"/>
          <p:cNvGraphicFramePr>
            <a:graphicFrameLocks noChangeAspect="1"/>
          </p:cNvGraphicFramePr>
          <p:nvPr/>
        </p:nvGraphicFramePr>
        <p:xfrm>
          <a:off x="5803900" y="53975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224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53975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6"/>
          <p:cNvGraphicFramePr>
            <a:graphicFrameLocks noChangeAspect="1"/>
          </p:cNvGraphicFramePr>
          <p:nvPr/>
        </p:nvGraphicFramePr>
        <p:xfrm>
          <a:off x="7162800" y="53975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224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53975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Line 17"/>
          <p:cNvSpPr>
            <a:spLocks noChangeShapeType="1"/>
          </p:cNvSpPr>
          <p:nvPr/>
        </p:nvSpPr>
        <p:spPr bwMode="auto">
          <a:xfrm>
            <a:off x="2362200" y="57023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43" name="Object 18"/>
          <p:cNvGraphicFramePr>
            <a:graphicFrameLocks noChangeAspect="1"/>
          </p:cNvGraphicFramePr>
          <p:nvPr/>
        </p:nvGraphicFramePr>
        <p:xfrm>
          <a:off x="25908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224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4" name="Object 19"/>
          <p:cNvGraphicFramePr>
            <a:graphicFrameLocks noChangeAspect="1"/>
          </p:cNvGraphicFramePr>
          <p:nvPr/>
        </p:nvGraphicFramePr>
        <p:xfrm>
          <a:off x="38862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2244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5" name="Object 20"/>
          <p:cNvGraphicFramePr>
            <a:graphicFrameLocks noChangeAspect="1"/>
          </p:cNvGraphicFramePr>
          <p:nvPr/>
        </p:nvGraphicFramePr>
        <p:xfrm>
          <a:off x="5181600" y="5321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2245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5321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6" name="Object 21"/>
          <p:cNvGraphicFramePr>
            <a:graphicFrameLocks noChangeAspect="1"/>
          </p:cNvGraphicFramePr>
          <p:nvPr/>
        </p:nvGraphicFramePr>
        <p:xfrm>
          <a:off x="6477000" y="5397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2246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397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Oval 22"/>
          <p:cNvSpPr>
            <a:spLocks noChangeArrowheads="1"/>
          </p:cNvSpPr>
          <p:nvPr/>
        </p:nvSpPr>
        <p:spPr bwMode="auto">
          <a:xfrm>
            <a:off x="6489700" y="4114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2248" name="Object 23"/>
          <p:cNvGraphicFramePr>
            <a:graphicFrameLocks noChangeAspect="1"/>
          </p:cNvGraphicFramePr>
          <p:nvPr/>
        </p:nvGraphicFramePr>
        <p:xfrm>
          <a:off x="6565900" y="41148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2248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1148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9" name="Object 24"/>
          <p:cNvGraphicFramePr>
            <a:graphicFrameLocks noChangeAspect="1"/>
          </p:cNvGraphicFramePr>
          <p:nvPr/>
        </p:nvGraphicFramePr>
        <p:xfrm>
          <a:off x="3429000" y="4940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224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940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0" name="Object 25"/>
          <p:cNvGraphicFramePr>
            <a:graphicFrameLocks noChangeAspect="1"/>
          </p:cNvGraphicFramePr>
          <p:nvPr/>
        </p:nvGraphicFramePr>
        <p:xfrm>
          <a:off x="4648200" y="50165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225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0165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1" name="Object 26"/>
          <p:cNvGraphicFramePr>
            <a:graphicFrameLocks noChangeAspect="1"/>
          </p:cNvGraphicFramePr>
          <p:nvPr/>
        </p:nvGraphicFramePr>
        <p:xfrm>
          <a:off x="5943600" y="49403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2251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9403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2" name="Object 27"/>
          <p:cNvGraphicFramePr>
            <a:graphicFrameLocks noChangeAspect="1"/>
          </p:cNvGraphicFramePr>
          <p:nvPr/>
        </p:nvGraphicFramePr>
        <p:xfrm>
          <a:off x="2057400" y="4864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225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864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3" name="Freeform 28"/>
          <p:cNvSpPr>
            <a:spLocks/>
          </p:cNvSpPr>
          <p:nvPr/>
        </p:nvSpPr>
        <p:spPr bwMode="auto">
          <a:xfrm>
            <a:off x="6324600" y="33401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2254" name="Object 29"/>
          <p:cNvGraphicFramePr>
            <a:graphicFrameLocks noChangeAspect="1"/>
          </p:cNvGraphicFramePr>
          <p:nvPr/>
        </p:nvGraphicFramePr>
        <p:xfrm>
          <a:off x="6337300" y="2895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2254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2895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55" name="Line 30"/>
          <p:cNvSpPr>
            <a:spLocks noChangeShapeType="1"/>
          </p:cNvSpPr>
          <p:nvPr/>
        </p:nvSpPr>
        <p:spPr bwMode="auto">
          <a:xfrm flipV="1">
            <a:off x="6096000" y="4635500"/>
            <a:ext cx="533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6" name="Freeform 31"/>
          <p:cNvSpPr>
            <a:spLocks/>
          </p:cNvSpPr>
          <p:nvPr/>
        </p:nvSpPr>
        <p:spPr bwMode="auto">
          <a:xfrm>
            <a:off x="4800600" y="44831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7" name="Freeform 32"/>
          <p:cNvSpPr>
            <a:spLocks/>
          </p:cNvSpPr>
          <p:nvPr/>
        </p:nvSpPr>
        <p:spPr bwMode="auto">
          <a:xfrm>
            <a:off x="3505200" y="42926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58" name="Freeform 33"/>
          <p:cNvSpPr>
            <a:spLocks/>
          </p:cNvSpPr>
          <p:nvPr/>
        </p:nvSpPr>
        <p:spPr bwMode="auto">
          <a:xfrm>
            <a:off x="2209800" y="36703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2259" name="Group 34"/>
          <p:cNvGrpSpPr>
            <a:grpSpLocks/>
          </p:cNvGrpSpPr>
          <p:nvPr/>
        </p:nvGrpSpPr>
        <p:grpSpPr bwMode="auto">
          <a:xfrm>
            <a:off x="6934200" y="4660900"/>
            <a:ext cx="900113" cy="609600"/>
            <a:chOff x="4224" y="1824"/>
            <a:chExt cx="567" cy="384"/>
          </a:xfrm>
        </p:grpSpPr>
        <p:graphicFrame>
          <p:nvGraphicFramePr>
            <p:cNvPr id="52265" name="Object 3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52265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266" name="Line 3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2260" name="Object 37"/>
          <p:cNvGraphicFramePr>
            <a:graphicFrameLocks noChangeAspect="1"/>
          </p:cNvGraphicFramePr>
          <p:nvPr/>
        </p:nvGraphicFramePr>
        <p:xfrm>
          <a:off x="1905000" y="53975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19100" imgH="469900" progId="Equation.3">
                  <p:embed/>
                </p:oleObj>
              </mc:Choice>
              <mc:Fallback>
                <p:oleObj name="Equation" r:id="rId27" imgW="419100" imgH="469900" progId="Equation.3">
                  <p:embed/>
                  <p:pic>
                    <p:nvPicPr>
                      <p:cNvPr id="5226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53975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61" name="Text Box 38"/>
          <p:cNvSpPr txBox="1">
            <a:spLocks noChangeArrowheads="1"/>
          </p:cNvSpPr>
          <p:nvPr/>
        </p:nvSpPr>
        <p:spPr bwMode="auto">
          <a:xfrm>
            <a:off x="0" y="152400"/>
            <a:ext cx="8023225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</a:t>
            </a:r>
            <a:r>
              <a:rPr lang="en-US" altLang="en-US">
                <a:solidFill>
                  <a:srgbClr val="009900"/>
                </a:solidFill>
              </a:rPr>
              <a:t>Example:</a:t>
            </a:r>
            <a:r>
              <a:rPr lang="en-US" altLang="en-US"/>
              <a:t>  There is a walk from        to    </a:t>
            </a:r>
          </a:p>
          <a:p>
            <a:r>
              <a:rPr lang="en-US" altLang="en-US"/>
              <a:t>                       with label</a:t>
            </a:r>
          </a:p>
        </p:txBody>
      </p:sp>
      <p:graphicFrame>
        <p:nvGraphicFramePr>
          <p:cNvPr id="52262" name="Object 39"/>
          <p:cNvGraphicFramePr>
            <a:graphicFrameLocks noChangeAspect="1"/>
          </p:cNvGraphicFramePr>
          <p:nvPr/>
        </p:nvGraphicFramePr>
        <p:xfrm>
          <a:off x="6248400" y="76200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82391" imgH="583947" progId="Equation.3">
                  <p:embed/>
                </p:oleObj>
              </mc:Choice>
              <mc:Fallback>
                <p:oleObj name="Equation" r:id="rId29" imgW="482391" imgH="583947" progId="Equation.3">
                  <p:embed/>
                  <p:pic>
                    <p:nvPicPr>
                      <p:cNvPr id="52262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76200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3" name="Object 41"/>
          <p:cNvGraphicFramePr>
            <a:graphicFrameLocks noChangeAspect="1"/>
          </p:cNvGraphicFramePr>
          <p:nvPr/>
        </p:nvGraphicFramePr>
        <p:xfrm>
          <a:off x="4953000" y="762000"/>
          <a:ext cx="1562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562100" imgH="431800" progId="Equation.3">
                  <p:embed/>
                </p:oleObj>
              </mc:Choice>
              <mc:Fallback>
                <p:oleObj name="Equation" r:id="rId31" imgW="1562100" imgH="431800" progId="Equation.3">
                  <p:embed/>
                  <p:pic>
                    <p:nvPicPr>
                      <p:cNvPr id="52263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762000"/>
                        <a:ext cx="1562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4" name="Object 42"/>
          <p:cNvGraphicFramePr>
            <a:graphicFrameLocks noChangeAspect="1"/>
          </p:cNvGraphicFramePr>
          <p:nvPr/>
        </p:nvGraphicFramePr>
        <p:xfrm>
          <a:off x="7772400" y="152400"/>
          <a:ext cx="43021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380835" imgH="482391" progId="Equation.3">
                  <p:embed/>
                </p:oleObj>
              </mc:Choice>
              <mc:Fallback>
                <p:oleObj name="Equation" r:id="rId33" imgW="380835" imgH="482391" progId="Equation.3">
                  <p:embed/>
                  <p:pic>
                    <p:nvPicPr>
                      <p:cNvPr id="5226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52400"/>
                        <a:ext cx="43021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06676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7A5E336-98B5-4A60-97AC-4B00019FE798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Recursive Definition</a:t>
            </a:r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/>
        </p:nvGraphicFramePr>
        <p:xfrm>
          <a:off x="2667000" y="914400"/>
          <a:ext cx="45593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59300" imgH="1066800" progId="Equation.3">
                  <p:embed/>
                </p:oleObj>
              </mc:Choice>
              <mc:Fallback>
                <p:oleObj name="Equation" r:id="rId2" imgW="4559300" imgH="1066800" progId="Equation.3">
                  <p:embed/>
                  <p:pic>
                    <p:nvPicPr>
                      <p:cNvPr id="532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914400"/>
                        <a:ext cx="45593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" name="Oval 43"/>
          <p:cNvSpPr>
            <a:spLocks noChangeArrowheads="1"/>
          </p:cNvSpPr>
          <p:nvPr/>
        </p:nvSpPr>
        <p:spPr bwMode="auto">
          <a:xfrm>
            <a:off x="1676400" y="2895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3254" name="Oval 44"/>
          <p:cNvSpPr>
            <a:spLocks noChangeArrowheads="1"/>
          </p:cNvSpPr>
          <p:nvPr/>
        </p:nvSpPr>
        <p:spPr bwMode="auto">
          <a:xfrm>
            <a:off x="5791200" y="2895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3255" name="Oval 45"/>
          <p:cNvSpPr>
            <a:spLocks noChangeArrowheads="1"/>
          </p:cNvSpPr>
          <p:nvPr/>
        </p:nvSpPr>
        <p:spPr bwMode="auto">
          <a:xfrm>
            <a:off x="7162800" y="2895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3256" name="Freeform 46"/>
          <p:cNvSpPr>
            <a:spLocks/>
          </p:cNvSpPr>
          <p:nvPr/>
        </p:nvSpPr>
        <p:spPr bwMode="auto">
          <a:xfrm>
            <a:off x="2219325" y="2844800"/>
            <a:ext cx="3695700" cy="606425"/>
          </a:xfrm>
          <a:custGeom>
            <a:avLst/>
            <a:gdLst>
              <a:gd name="T0" fmla="*/ 0 w 2328"/>
              <a:gd name="T1" fmla="*/ 2147483646 h 382"/>
              <a:gd name="T2" fmla="*/ 2147483646 w 2328"/>
              <a:gd name="T3" fmla="*/ 2147483646 h 382"/>
              <a:gd name="T4" fmla="*/ 2147483646 w 2328"/>
              <a:gd name="T5" fmla="*/ 0 h 382"/>
              <a:gd name="T6" fmla="*/ 2147483646 w 2328"/>
              <a:gd name="T7" fmla="*/ 2147483646 h 382"/>
              <a:gd name="T8" fmla="*/ 2147483646 w 2328"/>
              <a:gd name="T9" fmla="*/ 2147483646 h 382"/>
              <a:gd name="T10" fmla="*/ 2147483646 w 2328"/>
              <a:gd name="T11" fmla="*/ 2147483646 h 382"/>
              <a:gd name="T12" fmla="*/ 2147483646 w 2328"/>
              <a:gd name="T13" fmla="*/ 2147483646 h 382"/>
              <a:gd name="T14" fmla="*/ 2147483646 w 2328"/>
              <a:gd name="T15" fmla="*/ 2147483646 h 382"/>
              <a:gd name="T16" fmla="*/ 2147483646 w 2328"/>
              <a:gd name="T17" fmla="*/ 2147483646 h 382"/>
              <a:gd name="T18" fmla="*/ 2147483646 w 2328"/>
              <a:gd name="T19" fmla="*/ 2147483646 h 382"/>
              <a:gd name="T20" fmla="*/ 2147483646 w 2328"/>
              <a:gd name="T21" fmla="*/ 2147483646 h 382"/>
              <a:gd name="T22" fmla="*/ 2147483646 w 2328"/>
              <a:gd name="T23" fmla="*/ 2147483646 h 382"/>
              <a:gd name="T24" fmla="*/ 2147483646 w 2328"/>
              <a:gd name="T25" fmla="*/ 2147483646 h 382"/>
              <a:gd name="T26" fmla="*/ 2147483646 w 2328"/>
              <a:gd name="T27" fmla="*/ 2147483646 h 382"/>
              <a:gd name="T28" fmla="*/ 2147483646 w 2328"/>
              <a:gd name="T29" fmla="*/ 2147483646 h 382"/>
              <a:gd name="T30" fmla="*/ 2147483646 w 2328"/>
              <a:gd name="T31" fmla="*/ 2147483646 h 382"/>
              <a:gd name="T32" fmla="*/ 2147483646 w 2328"/>
              <a:gd name="T33" fmla="*/ 2147483646 h 382"/>
              <a:gd name="T34" fmla="*/ 2147483646 w 2328"/>
              <a:gd name="T35" fmla="*/ 2147483646 h 382"/>
              <a:gd name="T36" fmla="*/ 2147483646 w 2328"/>
              <a:gd name="T37" fmla="*/ 2147483646 h 382"/>
              <a:gd name="T38" fmla="*/ 2147483646 w 2328"/>
              <a:gd name="T39" fmla="*/ 2147483646 h 382"/>
              <a:gd name="T40" fmla="*/ 2147483646 w 2328"/>
              <a:gd name="T41" fmla="*/ 2147483646 h 382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57" name="Line 47"/>
          <p:cNvSpPr>
            <a:spLocks noChangeShapeType="1"/>
          </p:cNvSpPr>
          <p:nvPr/>
        </p:nvSpPr>
        <p:spPr bwMode="auto">
          <a:xfrm>
            <a:off x="6324600" y="3200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3258" name="Object 48"/>
          <p:cNvGraphicFramePr>
            <a:graphicFrameLocks noChangeAspect="1"/>
          </p:cNvGraphicFramePr>
          <p:nvPr/>
        </p:nvGraphicFramePr>
        <p:xfrm>
          <a:off x="1828800" y="2971800"/>
          <a:ext cx="241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195" imgH="330057" progId="Equation.3">
                  <p:embed/>
                </p:oleObj>
              </mc:Choice>
              <mc:Fallback>
                <p:oleObj name="Equation" r:id="rId4" imgW="241195" imgH="330057" progId="Equation.3">
                  <p:embed/>
                  <p:pic>
                    <p:nvPicPr>
                      <p:cNvPr id="53258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971800"/>
                        <a:ext cx="2413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9" name="Object 49"/>
          <p:cNvGraphicFramePr>
            <a:graphicFrameLocks noChangeAspect="1"/>
          </p:cNvGraphicFramePr>
          <p:nvPr/>
        </p:nvGraphicFramePr>
        <p:xfrm>
          <a:off x="7239000" y="2895600"/>
          <a:ext cx="33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0057" imgH="444307" progId="Equation.3">
                  <p:embed/>
                </p:oleObj>
              </mc:Choice>
              <mc:Fallback>
                <p:oleObj name="Equation" r:id="rId6" imgW="330057" imgH="444307" progId="Equation.3">
                  <p:embed/>
                  <p:pic>
                    <p:nvPicPr>
                      <p:cNvPr id="5325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2895600"/>
                        <a:ext cx="33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0" name="Object 50"/>
          <p:cNvGraphicFramePr>
            <a:graphicFrameLocks noChangeAspect="1"/>
          </p:cNvGraphicFramePr>
          <p:nvPr/>
        </p:nvGraphicFramePr>
        <p:xfrm>
          <a:off x="6553200" y="2895600"/>
          <a:ext cx="304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4536" imgH="253780" progId="Equation.3">
                  <p:embed/>
                </p:oleObj>
              </mc:Choice>
              <mc:Fallback>
                <p:oleObj name="Equation" r:id="rId8" imgW="304536" imgH="253780" progId="Equation.3">
                  <p:embed/>
                  <p:pic>
                    <p:nvPicPr>
                      <p:cNvPr id="5326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895600"/>
                        <a:ext cx="3048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1" name="Object 51"/>
          <p:cNvGraphicFramePr>
            <a:graphicFrameLocks noChangeAspect="1"/>
          </p:cNvGraphicFramePr>
          <p:nvPr/>
        </p:nvGraphicFramePr>
        <p:xfrm>
          <a:off x="3810000" y="2819400"/>
          <a:ext cx="381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04536" imgH="253780" progId="Equation.3">
                  <p:embed/>
                </p:oleObj>
              </mc:Choice>
              <mc:Fallback>
                <p:oleObj name="Equation" r:id="rId10" imgW="304536" imgH="253780" progId="Equation.3">
                  <p:embed/>
                  <p:pic>
                    <p:nvPicPr>
                      <p:cNvPr id="53261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819400"/>
                        <a:ext cx="381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2" name="Object 54"/>
          <p:cNvGraphicFramePr>
            <a:graphicFrameLocks noChangeAspect="1"/>
          </p:cNvGraphicFramePr>
          <p:nvPr/>
        </p:nvGraphicFramePr>
        <p:xfrm>
          <a:off x="5867400" y="2882900"/>
          <a:ext cx="330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30057" imgH="469696" progId="Equation.3">
                  <p:embed/>
                </p:oleObj>
              </mc:Choice>
              <mc:Fallback>
                <p:oleObj name="Equation" r:id="rId12" imgW="330057" imgH="469696" progId="Equation.3">
                  <p:embed/>
                  <p:pic>
                    <p:nvPicPr>
                      <p:cNvPr id="5326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882900"/>
                        <a:ext cx="330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3" name="Object 55"/>
          <p:cNvGraphicFramePr>
            <a:graphicFrameLocks noChangeAspect="1"/>
          </p:cNvGraphicFramePr>
          <p:nvPr/>
        </p:nvGraphicFramePr>
        <p:xfrm>
          <a:off x="0" y="4038600"/>
          <a:ext cx="1828800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63800" imgH="1689100" progId="Equation.3">
                  <p:embed/>
                </p:oleObj>
              </mc:Choice>
              <mc:Fallback>
                <p:oleObj name="Equation" r:id="rId14" imgW="2463800" imgH="1689100" progId="Equation.3">
                  <p:embed/>
                  <p:pic>
                    <p:nvPicPr>
                      <p:cNvPr id="53263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038600"/>
                        <a:ext cx="1828800" cy="1252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4" name="AutoShape 56"/>
          <p:cNvSpPr>
            <a:spLocks/>
          </p:cNvSpPr>
          <p:nvPr/>
        </p:nvSpPr>
        <p:spPr bwMode="auto">
          <a:xfrm>
            <a:off x="1828800" y="4191000"/>
            <a:ext cx="304800" cy="1136650"/>
          </a:xfrm>
          <a:prstGeom prst="rightBrace">
            <a:avLst>
              <a:gd name="adj1" fmla="val 3107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3265" name="AutoShape 57"/>
          <p:cNvSpPr>
            <a:spLocks noChangeArrowheads="1"/>
          </p:cNvSpPr>
          <p:nvPr/>
        </p:nvSpPr>
        <p:spPr bwMode="auto">
          <a:xfrm>
            <a:off x="2209800" y="46482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2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3266" name="Object 58"/>
          <p:cNvGraphicFramePr>
            <a:graphicFrameLocks noChangeAspect="1"/>
          </p:cNvGraphicFramePr>
          <p:nvPr/>
        </p:nvGraphicFramePr>
        <p:xfrm>
          <a:off x="2743200" y="4648200"/>
          <a:ext cx="25146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54400" imgH="1689100" progId="Equation.3">
                  <p:embed/>
                </p:oleObj>
              </mc:Choice>
              <mc:Fallback>
                <p:oleObj name="Equation" r:id="rId16" imgW="3454400" imgH="1689100" progId="Equation.3">
                  <p:embed/>
                  <p:pic>
                    <p:nvPicPr>
                      <p:cNvPr id="53266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648200"/>
                        <a:ext cx="251460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67" name="Object 60"/>
          <p:cNvGraphicFramePr>
            <a:graphicFrameLocks noChangeAspect="1"/>
          </p:cNvGraphicFramePr>
          <p:nvPr/>
        </p:nvGraphicFramePr>
        <p:xfrm>
          <a:off x="4464050" y="3194050"/>
          <a:ext cx="215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5806" imgH="469696" progId="Equation.3">
                  <p:embed/>
                </p:oleObj>
              </mc:Choice>
              <mc:Fallback>
                <p:oleObj name="Equation" r:id="rId18" imgW="215806" imgH="469696" progId="Equation.3">
                  <p:embed/>
                  <p:pic>
                    <p:nvPicPr>
                      <p:cNvPr id="53267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3194050"/>
                        <a:ext cx="215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8" name="AutoShape 61"/>
          <p:cNvSpPr>
            <a:spLocks/>
          </p:cNvSpPr>
          <p:nvPr/>
        </p:nvSpPr>
        <p:spPr bwMode="auto">
          <a:xfrm>
            <a:off x="5257800" y="4724400"/>
            <a:ext cx="304800" cy="12192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3269" name="AutoShape 62"/>
          <p:cNvSpPr>
            <a:spLocks noChangeArrowheads="1"/>
          </p:cNvSpPr>
          <p:nvPr/>
        </p:nvSpPr>
        <p:spPr bwMode="auto">
          <a:xfrm>
            <a:off x="5638800" y="5181600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accent2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3270" name="Object 63"/>
          <p:cNvGraphicFramePr>
            <a:graphicFrameLocks noChangeAspect="1"/>
          </p:cNvGraphicFramePr>
          <p:nvPr/>
        </p:nvGraphicFramePr>
        <p:xfrm>
          <a:off x="6096000" y="5181600"/>
          <a:ext cx="30480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559300" imgH="457200" progId="Equation.3">
                  <p:embed/>
                </p:oleObj>
              </mc:Choice>
              <mc:Fallback>
                <p:oleObj name="Equation" r:id="rId20" imgW="4559300" imgH="457200" progId="Equation.3">
                  <p:embed/>
                  <p:pic>
                    <p:nvPicPr>
                      <p:cNvPr id="5327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181600"/>
                        <a:ext cx="3048000" cy="30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44337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DDE3B1D-0150-41B1-B1E8-E70A7DE5B8C1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4276" name="Oval 5"/>
          <p:cNvSpPr>
            <a:spLocks noChangeArrowheads="1"/>
          </p:cNvSpPr>
          <p:nvPr/>
        </p:nvSpPr>
        <p:spPr bwMode="auto">
          <a:xfrm>
            <a:off x="19050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77" name="Oval 6"/>
          <p:cNvSpPr>
            <a:spLocks noChangeArrowheads="1"/>
          </p:cNvSpPr>
          <p:nvPr/>
        </p:nvSpPr>
        <p:spPr bwMode="auto">
          <a:xfrm>
            <a:off x="44958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78" name="Oval 7"/>
          <p:cNvSpPr>
            <a:spLocks noChangeArrowheads="1"/>
          </p:cNvSpPr>
          <p:nvPr/>
        </p:nvSpPr>
        <p:spPr bwMode="auto">
          <a:xfrm>
            <a:off x="5791200" y="5702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79" name="Oval 8"/>
          <p:cNvSpPr>
            <a:spLocks noChangeArrowheads="1"/>
          </p:cNvSpPr>
          <p:nvPr/>
        </p:nvSpPr>
        <p:spPr bwMode="auto">
          <a:xfrm>
            <a:off x="7162800" y="5702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80" name="Oval 9"/>
          <p:cNvSpPr>
            <a:spLocks noChangeArrowheads="1"/>
          </p:cNvSpPr>
          <p:nvPr/>
        </p:nvSpPr>
        <p:spPr bwMode="auto">
          <a:xfrm>
            <a:off x="7010400" y="55499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4281" name="Line 10"/>
          <p:cNvSpPr>
            <a:spLocks noChangeShapeType="1"/>
          </p:cNvSpPr>
          <p:nvPr/>
        </p:nvSpPr>
        <p:spPr bwMode="auto">
          <a:xfrm>
            <a:off x="1295400" y="60325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2" name="Line 11"/>
          <p:cNvSpPr>
            <a:spLocks noChangeShapeType="1"/>
          </p:cNvSpPr>
          <p:nvPr/>
        </p:nvSpPr>
        <p:spPr bwMode="auto">
          <a:xfrm>
            <a:off x="3733800" y="60071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3" name="Line 12"/>
          <p:cNvSpPr>
            <a:spLocks noChangeShapeType="1"/>
          </p:cNvSpPr>
          <p:nvPr/>
        </p:nvSpPr>
        <p:spPr bwMode="auto">
          <a:xfrm>
            <a:off x="5029200" y="60071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Line 13"/>
          <p:cNvSpPr>
            <a:spLocks noChangeShapeType="1"/>
          </p:cNvSpPr>
          <p:nvPr/>
        </p:nvSpPr>
        <p:spPr bwMode="auto">
          <a:xfrm>
            <a:off x="6324600" y="60071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85" name="Object 14"/>
          <p:cNvGraphicFramePr>
            <a:graphicFrameLocks noChangeAspect="1"/>
          </p:cNvGraphicFramePr>
          <p:nvPr/>
        </p:nvGraphicFramePr>
        <p:xfrm>
          <a:off x="1981200" y="57023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54285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7023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6" name="Oval 15"/>
          <p:cNvSpPr>
            <a:spLocks noChangeArrowheads="1"/>
          </p:cNvSpPr>
          <p:nvPr/>
        </p:nvSpPr>
        <p:spPr bwMode="auto">
          <a:xfrm>
            <a:off x="3200400" y="5702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4287" name="Object 16"/>
          <p:cNvGraphicFramePr>
            <a:graphicFrameLocks noChangeAspect="1"/>
          </p:cNvGraphicFramePr>
          <p:nvPr/>
        </p:nvGraphicFramePr>
        <p:xfrm>
          <a:off x="3314700" y="57023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5428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57023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8" name="Object 17"/>
          <p:cNvGraphicFramePr>
            <a:graphicFrameLocks noChangeAspect="1"/>
          </p:cNvGraphicFramePr>
          <p:nvPr/>
        </p:nvGraphicFramePr>
        <p:xfrm>
          <a:off x="4584700" y="57023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529" imgH="469696" progId="Equation.3">
                  <p:embed/>
                </p:oleObj>
              </mc:Choice>
              <mc:Fallback>
                <p:oleObj name="Equation" r:id="rId6" imgW="393529" imgH="469696" progId="Equation.3">
                  <p:embed/>
                  <p:pic>
                    <p:nvPicPr>
                      <p:cNvPr id="5428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700" y="57023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9" name="Object 18"/>
          <p:cNvGraphicFramePr>
            <a:graphicFrameLocks noChangeAspect="1"/>
          </p:cNvGraphicFramePr>
          <p:nvPr/>
        </p:nvGraphicFramePr>
        <p:xfrm>
          <a:off x="5880100" y="57023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93529" imgH="469696" progId="Equation.3">
                  <p:embed/>
                </p:oleObj>
              </mc:Choice>
              <mc:Fallback>
                <p:oleObj name="Equation" r:id="rId8" imgW="393529" imgH="469696" progId="Equation.3">
                  <p:embed/>
                  <p:pic>
                    <p:nvPicPr>
                      <p:cNvPr id="5428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57023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0" name="Object 19"/>
          <p:cNvGraphicFramePr>
            <a:graphicFrameLocks noChangeAspect="1"/>
          </p:cNvGraphicFramePr>
          <p:nvPr/>
        </p:nvGraphicFramePr>
        <p:xfrm>
          <a:off x="7239000" y="57023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100" imgH="469900" progId="Equation.3">
                  <p:embed/>
                </p:oleObj>
              </mc:Choice>
              <mc:Fallback>
                <p:oleObj name="Equation" r:id="rId10" imgW="419100" imgH="469900" progId="Equation.3">
                  <p:embed/>
                  <p:pic>
                    <p:nvPicPr>
                      <p:cNvPr id="5429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7023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1" name="Line 20"/>
          <p:cNvSpPr>
            <a:spLocks noChangeShapeType="1"/>
          </p:cNvSpPr>
          <p:nvPr/>
        </p:nvSpPr>
        <p:spPr bwMode="auto">
          <a:xfrm>
            <a:off x="2438400" y="60071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292" name="Object 21"/>
          <p:cNvGraphicFramePr>
            <a:graphicFrameLocks noChangeAspect="1"/>
          </p:cNvGraphicFramePr>
          <p:nvPr/>
        </p:nvGraphicFramePr>
        <p:xfrm>
          <a:off x="2667000" y="5702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584" imgH="279279" progId="Equation.3">
                  <p:embed/>
                </p:oleObj>
              </mc:Choice>
              <mc:Fallback>
                <p:oleObj name="Equation" r:id="rId12" imgW="266584" imgH="279279" progId="Equation.3">
                  <p:embed/>
                  <p:pic>
                    <p:nvPicPr>
                      <p:cNvPr id="5429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702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3" name="Object 22"/>
          <p:cNvGraphicFramePr>
            <a:graphicFrameLocks noChangeAspect="1"/>
          </p:cNvGraphicFramePr>
          <p:nvPr/>
        </p:nvGraphicFramePr>
        <p:xfrm>
          <a:off x="3962400" y="5626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79279" imgH="380835" progId="Equation.3">
                  <p:embed/>
                </p:oleObj>
              </mc:Choice>
              <mc:Fallback>
                <p:oleObj name="Equation" r:id="rId14" imgW="279279" imgH="380835" progId="Equation.3">
                  <p:embed/>
                  <p:pic>
                    <p:nvPicPr>
                      <p:cNvPr id="5429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626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4" name="Object 23"/>
          <p:cNvGraphicFramePr>
            <a:graphicFrameLocks noChangeAspect="1"/>
          </p:cNvGraphicFramePr>
          <p:nvPr/>
        </p:nvGraphicFramePr>
        <p:xfrm>
          <a:off x="5257800" y="5626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9279" imgH="380835" progId="Equation.3">
                  <p:embed/>
                </p:oleObj>
              </mc:Choice>
              <mc:Fallback>
                <p:oleObj name="Equation" r:id="rId16" imgW="279279" imgH="380835" progId="Equation.3">
                  <p:embed/>
                  <p:pic>
                    <p:nvPicPr>
                      <p:cNvPr id="5429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5626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5" name="Object 24"/>
          <p:cNvGraphicFramePr>
            <a:graphicFrameLocks noChangeAspect="1"/>
          </p:cNvGraphicFramePr>
          <p:nvPr/>
        </p:nvGraphicFramePr>
        <p:xfrm>
          <a:off x="6553200" y="5702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66584" imgH="279279" progId="Equation.3">
                  <p:embed/>
                </p:oleObj>
              </mc:Choice>
              <mc:Fallback>
                <p:oleObj name="Equation" r:id="rId17" imgW="266584" imgH="279279" progId="Equation.3">
                  <p:embed/>
                  <p:pic>
                    <p:nvPicPr>
                      <p:cNvPr id="5429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702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96" name="Oval 25"/>
          <p:cNvSpPr>
            <a:spLocks noChangeArrowheads="1"/>
          </p:cNvSpPr>
          <p:nvPr/>
        </p:nvSpPr>
        <p:spPr bwMode="auto">
          <a:xfrm>
            <a:off x="6565900" y="4419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4297" name="Object 26"/>
          <p:cNvGraphicFramePr>
            <a:graphicFrameLocks noChangeAspect="1"/>
          </p:cNvGraphicFramePr>
          <p:nvPr/>
        </p:nvGraphicFramePr>
        <p:xfrm>
          <a:off x="6642100" y="44196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06224" imgH="469696" progId="Equation.3">
                  <p:embed/>
                </p:oleObj>
              </mc:Choice>
              <mc:Fallback>
                <p:oleObj name="Equation" r:id="rId18" imgW="406224" imgH="469696" progId="Equation.3">
                  <p:embed/>
                  <p:pic>
                    <p:nvPicPr>
                      <p:cNvPr id="5429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2100" y="44196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8" name="Object 27"/>
          <p:cNvGraphicFramePr>
            <a:graphicFrameLocks noChangeAspect="1"/>
          </p:cNvGraphicFramePr>
          <p:nvPr/>
        </p:nvGraphicFramePr>
        <p:xfrm>
          <a:off x="3505200" y="52451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66584" imgH="279279" progId="Equation.3">
                  <p:embed/>
                </p:oleObj>
              </mc:Choice>
              <mc:Fallback>
                <p:oleObj name="Equation" r:id="rId20" imgW="266584" imgH="279279" progId="Equation.3">
                  <p:embed/>
                  <p:pic>
                    <p:nvPicPr>
                      <p:cNvPr id="5429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2451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9" name="Object 28"/>
          <p:cNvGraphicFramePr>
            <a:graphicFrameLocks noChangeAspect="1"/>
          </p:cNvGraphicFramePr>
          <p:nvPr/>
        </p:nvGraphicFramePr>
        <p:xfrm>
          <a:off x="4724400" y="53213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429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3213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0" name="Object 29"/>
          <p:cNvGraphicFramePr>
            <a:graphicFrameLocks noChangeAspect="1"/>
          </p:cNvGraphicFramePr>
          <p:nvPr/>
        </p:nvGraphicFramePr>
        <p:xfrm>
          <a:off x="6019800" y="52451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430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2451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301" name="Object 30"/>
          <p:cNvGraphicFramePr>
            <a:graphicFrameLocks noChangeAspect="1"/>
          </p:cNvGraphicFramePr>
          <p:nvPr/>
        </p:nvGraphicFramePr>
        <p:xfrm>
          <a:off x="2133600" y="51689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79279" imgH="380835" progId="Equation.3">
                  <p:embed/>
                </p:oleObj>
              </mc:Choice>
              <mc:Fallback>
                <p:oleObj name="Equation" r:id="rId23" imgW="279279" imgH="380835" progId="Equation.3">
                  <p:embed/>
                  <p:pic>
                    <p:nvPicPr>
                      <p:cNvPr id="5430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689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2" name="Freeform 31"/>
          <p:cNvSpPr>
            <a:spLocks/>
          </p:cNvSpPr>
          <p:nvPr/>
        </p:nvSpPr>
        <p:spPr bwMode="auto">
          <a:xfrm>
            <a:off x="6400800" y="36449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4303" name="Object 32"/>
          <p:cNvGraphicFramePr>
            <a:graphicFrameLocks noChangeAspect="1"/>
          </p:cNvGraphicFramePr>
          <p:nvPr/>
        </p:nvGraphicFramePr>
        <p:xfrm>
          <a:off x="6413500" y="32004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72808" imgH="444307" progId="Equation.3">
                  <p:embed/>
                </p:oleObj>
              </mc:Choice>
              <mc:Fallback>
                <p:oleObj name="Equation" r:id="rId24" imgW="672808" imgH="444307" progId="Equation.3">
                  <p:embed/>
                  <p:pic>
                    <p:nvPicPr>
                      <p:cNvPr id="5430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32004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304" name="Line 33"/>
          <p:cNvSpPr>
            <a:spLocks noChangeShapeType="1"/>
          </p:cNvSpPr>
          <p:nvPr/>
        </p:nvSpPr>
        <p:spPr bwMode="auto">
          <a:xfrm flipV="1">
            <a:off x="6172200" y="49403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5" name="Freeform 34"/>
          <p:cNvSpPr>
            <a:spLocks/>
          </p:cNvSpPr>
          <p:nvPr/>
        </p:nvSpPr>
        <p:spPr bwMode="auto">
          <a:xfrm>
            <a:off x="4876800" y="4787900"/>
            <a:ext cx="1752600" cy="990600"/>
          </a:xfrm>
          <a:custGeom>
            <a:avLst/>
            <a:gdLst>
              <a:gd name="T0" fmla="*/ 0 w 1104"/>
              <a:gd name="T1" fmla="*/ 2147483646 h 624"/>
              <a:gd name="T2" fmla="*/ 2147483646 w 1104"/>
              <a:gd name="T3" fmla="*/ 2147483646 h 624"/>
              <a:gd name="T4" fmla="*/ 2147483646 w 1104"/>
              <a:gd name="T5" fmla="*/ 0 h 62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6" name="Freeform 35"/>
          <p:cNvSpPr>
            <a:spLocks/>
          </p:cNvSpPr>
          <p:nvPr/>
        </p:nvSpPr>
        <p:spPr bwMode="auto">
          <a:xfrm>
            <a:off x="3581400" y="4597400"/>
            <a:ext cx="2971800" cy="1181100"/>
          </a:xfrm>
          <a:custGeom>
            <a:avLst/>
            <a:gdLst>
              <a:gd name="T0" fmla="*/ 0 w 1872"/>
              <a:gd name="T1" fmla="*/ 2147483646 h 744"/>
              <a:gd name="T2" fmla="*/ 2147483646 w 1872"/>
              <a:gd name="T3" fmla="*/ 2147483646 h 744"/>
              <a:gd name="T4" fmla="*/ 2147483646 w 1872"/>
              <a:gd name="T5" fmla="*/ 2147483646 h 74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307" name="Freeform 36"/>
          <p:cNvSpPr>
            <a:spLocks/>
          </p:cNvSpPr>
          <p:nvPr/>
        </p:nvSpPr>
        <p:spPr bwMode="auto">
          <a:xfrm>
            <a:off x="2286000" y="3975100"/>
            <a:ext cx="4343400" cy="1803400"/>
          </a:xfrm>
          <a:custGeom>
            <a:avLst/>
            <a:gdLst>
              <a:gd name="T0" fmla="*/ 0 w 2736"/>
              <a:gd name="T1" fmla="*/ 2147483646 h 1136"/>
              <a:gd name="T2" fmla="*/ 2147483646 w 2736"/>
              <a:gd name="T3" fmla="*/ 2147483646 h 1136"/>
              <a:gd name="T4" fmla="*/ 2147483646 w 2736"/>
              <a:gd name="T5" fmla="*/ 2147483646 h 113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4308" name="Group 37"/>
          <p:cNvGrpSpPr>
            <a:grpSpLocks/>
          </p:cNvGrpSpPr>
          <p:nvPr/>
        </p:nvGrpSpPr>
        <p:grpSpPr bwMode="auto">
          <a:xfrm>
            <a:off x="7010400" y="4965700"/>
            <a:ext cx="900113" cy="609600"/>
            <a:chOff x="4224" y="1824"/>
            <a:chExt cx="567" cy="384"/>
          </a:xfrm>
        </p:grpSpPr>
        <p:graphicFrame>
          <p:nvGraphicFramePr>
            <p:cNvPr id="54310" name="Object 38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672808" imgH="444307" progId="Equation.3">
                    <p:embed/>
                  </p:oleObj>
                </mc:Choice>
                <mc:Fallback>
                  <p:oleObj name="Equation" r:id="rId26" imgW="672808" imgH="444307" progId="Equation.3">
                    <p:embed/>
                    <p:pic>
                      <p:nvPicPr>
                        <p:cNvPr id="5431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311" name="Line 39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54309" name="Object 40"/>
          <p:cNvGraphicFramePr>
            <a:graphicFrameLocks noChangeAspect="1"/>
          </p:cNvGraphicFramePr>
          <p:nvPr/>
        </p:nvGraphicFramePr>
        <p:xfrm>
          <a:off x="685800" y="228600"/>
          <a:ext cx="38608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860800" imgH="3657600" progId="Equation.3">
                  <p:embed/>
                </p:oleObj>
              </mc:Choice>
              <mc:Fallback>
                <p:oleObj name="Equation" r:id="rId27" imgW="3860800" imgH="3657600" progId="Equation.3">
                  <p:embed/>
                  <p:pic>
                    <p:nvPicPr>
                      <p:cNvPr id="54309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8600"/>
                        <a:ext cx="38608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62842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-26851" y="5830"/>
            <a:ext cx="9118600" cy="832370"/>
          </a:xfrm>
        </p:spPr>
        <p:txBody>
          <a:bodyPr/>
          <a:lstStyle/>
          <a:p>
            <a:r>
              <a:rPr lang="en-US" altLang="en-US" dirty="0"/>
              <a:t>Check the string acceptance of </a:t>
            </a:r>
            <a:r>
              <a:rPr lang="en-US" altLang="en-US" dirty="0" err="1"/>
              <a:t>abba</a:t>
            </a:r>
            <a:r>
              <a:rPr lang="en-US" alt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6019800"/>
          </a:xfrm>
        </p:spPr>
        <p:txBody>
          <a:bodyPr/>
          <a:lstStyle/>
          <a:p>
            <a:r>
              <a:rPr lang="el-GR" altLang="en-US" dirty="0"/>
              <a:t>δ</a:t>
            </a:r>
            <a:r>
              <a:rPr lang="en-US" altLang="en-US" dirty="0"/>
              <a:t>*(</a:t>
            </a:r>
            <a:r>
              <a:rPr lang="en-US" altLang="en-US" dirty="0" err="1"/>
              <a:t>qo,abba</a:t>
            </a:r>
            <a:r>
              <a:rPr lang="en-US" altLang="en-US" dirty="0"/>
              <a:t>)= </a:t>
            </a:r>
            <a:r>
              <a:rPr lang="el-GR" altLang="en-US" dirty="0"/>
              <a:t>δ</a:t>
            </a:r>
            <a:r>
              <a:rPr lang="en-US" altLang="en-US" dirty="0"/>
              <a:t>(</a:t>
            </a:r>
            <a:r>
              <a:rPr lang="el-GR" altLang="en-US" dirty="0"/>
              <a:t>δ</a:t>
            </a:r>
            <a:r>
              <a:rPr lang="en-US" altLang="en-US" dirty="0"/>
              <a:t>*(q0,abb) , a)</a:t>
            </a:r>
          </a:p>
          <a:p>
            <a:r>
              <a:rPr lang="en-US" altLang="en-US" dirty="0"/>
              <a:t>                  = </a:t>
            </a:r>
            <a:r>
              <a:rPr lang="el-GR" altLang="en-US" dirty="0"/>
              <a:t>δ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</a:t>
            </a:r>
            <a:r>
              <a:rPr lang="en-US" altLang="en-US" dirty="0"/>
              <a:t>*(q0,ab),b) , a)</a:t>
            </a:r>
          </a:p>
          <a:p>
            <a:r>
              <a:rPr lang="en-US" altLang="en-US" dirty="0"/>
              <a:t>                  = </a:t>
            </a:r>
            <a:r>
              <a:rPr lang="el-GR" altLang="en-US" dirty="0"/>
              <a:t>δ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</a:t>
            </a:r>
            <a:r>
              <a:rPr lang="en-US" altLang="en-US" dirty="0"/>
              <a:t>*(q0,a),b),b) , a)</a:t>
            </a:r>
          </a:p>
          <a:p>
            <a:r>
              <a:rPr lang="en-US" altLang="en-US" dirty="0"/>
              <a:t>                  = </a:t>
            </a:r>
            <a:r>
              <a:rPr lang="el-GR" altLang="en-US" dirty="0"/>
              <a:t>δ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</a:t>
            </a:r>
            <a:r>
              <a:rPr lang="en-US" altLang="en-US" dirty="0"/>
              <a:t>*(q0,</a:t>
            </a:r>
            <a:r>
              <a:rPr lang="el-GR" altLang="en-US" dirty="0"/>
              <a:t>λ</a:t>
            </a:r>
            <a:r>
              <a:rPr lang="en-US" altLang="en-US" dirty="0"/>
              <a:t>),a),b),b) , a)</a:t>
            </a:r>
          </a:p>
          <a:p>
            <a:r>
              <a:rPr lang="en-US" altLang="en-US" dirty="0"/>
              <a:t>                  = </a:t>
            </a:r>
            <a:r>
              <a:rPr lang="el-GR" altLang="en-US" dirty="0"/>
              <a:t>δ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(q0,a),b),b) , a)</a:t>
            </a:r>
          </a:p>
          <a:p>
            <a:r>
              <a:rPr lang="en-US" altLang="en-US" dirty="0"/>
              <a:t>                  =</a:t>
            </a:r>
            <a:r>
              <a:rPr lang="el-GR" altLang="en-US" dirty="0"/>
              <a:t>δ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(q1,b),b) , a)</a:t>
            </a:r>
          </a:p>
          <a:p>
            <a:r>
              <a:rPr lang="en-US" altLang="en-US" dirty="0"/>
              <a:t>                  =</a:t>
            </a:r>
            <a:r>
              <a:rPr lang="el-GR" altLang="en-US" dirty="0"/>
              <a:t>δ</a:t>
            </a:r>
            <a:r>
              <a:rPr lang="en-US" altLang="en-US" dirty="0"/>
              <a:t>(</a:t>
            </a:r>
            <a:r>
              <a:rPr lang="el-GR" altLang="en-US" dirty="0"/>
              <a:t>δ </a:t>
            </a:r>
            <a:r>
              <a:rPr lang="en-US" altLang="en-US" dirty="0"/>
              <a:t>(q2,b) , a)</a:t>
            </a:r>
          </a:p>
          <a:p>
            <a:r>
              <a:rPr lang="en-US" altLang="en-US" dirty="0"/>
              <a:t>                  =</a:t>
            </a:r>
            <a:r>
              <a:rPr lang="el-GR" altLang="en-US" dirty="0"/>
              <a:t>δ</a:t>
            </a:r>
            <a:r>
              <a:rPr lang="en-US" altLang="en-US" dirty="0"/>
              <a:t>(q3, a)</a:t>
            </a:r>
          </a:p>
          <a:p>
            <a:r>
              <a:rPr lang="en-US" altLang="en-US" dirty="0"/>
              <a:t>                  =q4  </a:t>
            </a:r>
            <a:r>
              <a:rPr lang="az-Cyrl-AZ" altLang="en-US" dirty="0"/>
              <a:t>Є</a:t>
            </a:r>
            <a:r>
              <a:rPr lang="en-US" altLang="en-US" dirty="0"/>
              <a:t>  F</a:t>
            </a:r>
          </a:p>
          <a:p>
            <a:r>
              <a:rPr lang="en-US" altLang="en-US" dirty="0"/>
              <a:t>String </a:t>
            </a:r>
            <a:r>
              <a:rPr lang="en-US" altLang="en-US" dirty="0" err="1"/>
              <a:t>abba</a:t>
            </a:r>
            <a:r>
              <a:rPr lang="en-US" altLang="en-US" dirty="0"/>
              <a:t> is accepted as q4 is a final state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975FB3C-B77D-4B39-98D1-BCBB177F8475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9B5A92-AF3F-445A-9162-C6F4B293F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501" y="3334140"/>
            <a:ext cx="3562350" cy="185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6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DC33F902-5EC8-41CE-B22D-8EDBF2198C5B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0"/>
            <a:ext cx="7886700" cy="682625"/>
          </a:xfrm>
        </p:spPr>
        <p:txBody>
          <a:bodyPr/>
          <a:lstStyle/>
          <a:p>
            <a:r>
              <a:rPr lang="en-US" altLang="en-US" dirty="0"/>
              <a:t>Language Accepted by FAs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81000"/>
            <a:ext cx="8839200" cy="5486400"/>
          </a:xfrm>
        </p:spPr>
        <p:txBody>
          <a:bodyPr/>
          <a:lstStyle/>
          <a:p>
            <a:endParaRPr lang="en-US" altLang="en-US"/>
          </a:p>
          <a:p>
            <a:r>
              <a:rPr lang="en-US" altLang="en-US"/>
              <a:t>For a FA</a:t>
            </a:r>
          </a:p>
          <a:p>
            <a:endParaRPr lang="en-US" altLang="en-US"/>
          </a:p>
          <a:p>
            <a:r>
              <a:rPr lang="en-US" altLang="en-US"/>
              <a:t>Language accepted by       :</a:t>
            </a:r>
          </a:p>
          <a:p>
            <a:endParaRPr lang="en-US" altLang="en-US"/>
          </a:p>
          <a:p>
            <a:r>
              <a:rPr lang="en-US" altLang="en-US"/>
              <a:t> </a:t>
            </a:r>
          </a:p>
          <a:p>
            <a:endParaRPr lang="en-US" altLang="en-US"/>
          </a:p>
        </p:txBody>
      </p:sp>
      <p:graphicFrame>
        <p:nvGraphicFramePr>
          <p:cNvPr id="55301" name="Object 5"/>
          <p:cNvGraphicFramePr>
            <a:graphicFrameLocks noChangeAspect="1"/>
          </p:cNvGraphicFramePr>
          <p:nvPr/>
        </p:nvGraphicFramePr>
        <p:xfrm>
          <a:off x="2514600" y="990600"/>
          <a:ext cx="3886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86200" imgH="584200" progId="Equation.3">
                  <p:embed/>
                </p:oleObj>
              </mc:Choice>
              <mc:Fallback>
                <p:oleObj name="Equation" r:id="rId2" imgW="3886200" imgH="584200" progId="Equation.3">
                  <p:embed/>
                  <p:pic>
                    <p:nvPicPr>
                      <p:cNvPr id="553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990600"/>
                        <a:ext cx="38862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6"/>
          <p:cNvGraphicFramePr>
            <a:graphicFrameLocks noChangeAspect="1"/>
          </p:cNvGraphicFramePr>
          <p:nvPr/>
        </p:nvGraphicFramePr>
        <p:xfrm>
          <a:off x="4419600" y="2209800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393529" progId="Equation.3">
                  <p:embed/>
                </p:oleObj>
              </mc:Choice>
              <mc:Fallback>
                <p:oleObj name="Equation" r:id="rId4" imgW="545863" imgH="393529" progId="Equation.3">
                  <p:embed/>
                  <p:pic>
                    <p:nvPicPr>
                      <p:cNvPr id="553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209800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3" name="Object 7"/>
          <p:cNvGraphicFramePr>
            <a:graphicFrameLocks noChangeAspect="1"/>
          </p:cNvGraphicFramePr>
          <p:nvPr/>
        </p:nvGraphicFramePr>
        <p:xfrm>
          <a:off x="1143000" y="3124200"/>
          <a:ext cx="64770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477000" imgH="584200" progId="Equation.3">
                  <p:embed/>
                </p:oleObj>
              </mc:Choice>
              <mc:Fallback>
                <p:oleObj name="Equation" r:id="rId6" imgW="6477000" imgH="584200" progId="Equation.3">
                  <p:embed/>
                  <p:pic>
                    <p:nvPicPr>
                      <p:cNvPr id="5530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124200"/>
                        <a:ext cx="64770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4" name="Oval 16"/>
          <p:cNvSpPr>
            <a:spLocks noChangeArrowheads="1"/>
          </p:cNvSpPr>
          <p:nvPr/>
        </p:nvSpPr>
        <p:spPr bwMode="auto">
          <a:xfrm>
            <a:off x="1209675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5305" name="Oval 17"/>
          <p:cNvSpPr>
            <a:spLocks noChangeArrowheads="1"/>
          </p:cNvSpPr>
          <p:nvPr/>
        </p:nvSpPr>
        <p:spPr bwMode="auto">
          <a:xfrm>
            <a:off x="6543675" y="500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5306" name="Freeform 18"/>
          <p:cNvSpPr>
            <a:spLocks/>
          </p:cNvSpPr>
          <p:nvPr/>
        </p:nvSpPr>
        <p:spPr bwMode="auto">
          <a:xfrm>
            <a:off x="1752600" y="4953000"/>
            <a:ext cx="4867275" cy="606425"/>
          </a:xfrm>
          <a:custGeom>
            <a:avLst/>
            <a:gdLst>
              <a:gd name="T0" fmla="*/ 0 w 2328"/>
              <a:gd name="T1" fmla="*/ 2147483646 h 382"/>
              <a:gd name="T2" fmla="*/ 2147483646 w 2328"/>
              <a:gd name="T3" fmla="*/ 2147483646 h 382"/>
              <a:gd name="T4" fmla="*/ 2147483646 w 2328"/>
              <a:gd name="T5" fmla="*/ 0 h 382"/>
              <a:gd name="T6" fmla="*/ 2147483646 w 2328"/>
              <a:gd name="T7" fmla="*/ 2147483646 h 382"/>
              <a:gd name="T8" fmla="*/ 2147483646 w 2328"/>
              <a:gd name="T9" fmla="*/ 2147483646 h 382"/>
              <a:gd name="T10" fmla="*/ 2147483646 w 2328"/>
              <a:gd name="T11" fmla="*/ 2147483646 h 382"/>
              <a:gd name="T12" fmla="*/ 2147483646 w 2328"/>
              <a:gd name="T13" fmla="*/ 2147483646 h 382"/>
              <a:gd name="T14" fmla="*/ 2147483646 w 2328"/>
              <a:gd name="T15" fmla="*/ 2147483646 h 382"/>
              <a:gd name="T16" fmla="*/ 2147483646 w 2328"/>
              <a:gd name="T17" fmla="*/ 2147483646 h 382"/>
              <a:gd name="T18" fmla="*/ 2147483646 w 2328"/>
              <a:gd name="T19" fmla="*/ 2147483646 h 382"/>
              <a:gd name="T20" fmla="*/ 2147483646 w 2328"/>
              <a:gd name="T21" fmla="*/ 2147483646 h 382"/>
              <a:gd name="T22" fmla="*/ 2147483646 w 2328"/>
              <a:gd name="T23" fmla="*/ 2147483646 h 382"/>
              <a:gd name="T24" fmla="*/ 2147483646 w 2328"/>
              <a:gd name="T25" fmla="*/ 2147483646 h 382"/>
              <a:gd name="T26" fmla="*/ 2147483646 w 2328"/>
              <a:gd name="T27" fmla="*/ 2147483646 h 382"/>
              <a:gd name="T28" fmla="*/ 2147483646 w 2328"/>
              <a:gd name="T29" fmla="*/ 2147483646 h 382"/>
              <a:gd name="T30" fmla="*/ 2147483646 w 2328"/>
              <a:gd name="T31" fmla="*/ 2147483646 h 382"/>
              <a:gd name="T32" fmla="*/ 2147483646 w 2328"/>
              <a:gd name="T33" fmla="*/ 2147483646 h 382"/>
              <a:gd name="T34" fmla="*/ 2147483646 w 2328"/>
              <a:gd name="T35" fmla="*/ 2147483646 h 382"/>
              <a:gd name="T36" fmla="*/ 2147483646 w 2328"/>
              <a:gd name="T37" fmla="*/ 2147483646 h 382"/>
              <a:gd name="T38" fmla="*/ 2147483646 w 2328"/>
              <a:gd name="T39" fmla="*/ 2147483646 h 382"/>
              <a:gd name="T40" fmla="*/ 2147483646 w 2328"/>
              <a:gd name="T41" fmla="*/ 2147483646 h 382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55307" name="Object 19"/>
          <p:cNvGraphicFramePr>
            <a:graphicFrameLocks noChangeAspect="1"/>
          </p:cNvGraphicFramePr>
          <p:nvPr/>
        </p:nvGraphicFramePr>
        <p:xfrm>
          <a:off x="1292225" y="5003800"/>
          <a:ext cx="3810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835" imgH="482391" progId="Equation.3">
                  <p:embed/>
                </p:oleObj>
              </mc:Choice>
              <mc:Fallback>
                <p:oleObj name="Equation" r:id="rId8" imgW="380835" imgH="482391" progId="Equation.3">
                  <p:embed/>
                  <p:pic>
                    <p:nvPicPr>
                      <p:cNvPr id="5530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2225" y="5003800"/>
                        <a:ext cx="3810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8" name="Object 20"/>
          <p:cNvGraphicFramePr>
            <a:graphicFrameLocks noChangeAspect="1"/>
          </p:cNvGraphicFramePr>
          <p:nvPr/>
        </p:nvGraphicFramePr>
        <p:xfrm>
          <a:off x="6651625" y="5022850"/>
          <a:ext cx="330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0057" imgH="444307" progId="Equation.3">
                  <p:embed/>
                </p:oleObj>
              </mc:Choice>
              <mc:Fallback>
                <p:oleObj name="Equation" r:id="rId10" imgW="330057" imgH="444307" progId="Equation.3">
                  <p:embed/>
                  <p:pic>
                    <p:nvPicPr>
                      <p:cNvPr id="5530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5022850"/>
                        <a:ext cx="330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9" name="Object 21"/>
          <p:cNvGraphicFramePr>
            <a:graphicFrameLocks noChangeAspect="1"/>
          </p:cNvGraphicFramePr>
          <p:nvPr/>
        </p:nvGraphicFramePr>
        <p:xfrm>
          <a:off x="3876675" y="485140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4536" imgH="253780" progId="Equation.3">
                  <p:embed/>
                </p:oleObj>
              </mc:Choice>
              <mc:Fallback>
                <p:oleObj name="Equation" r:id="rId12" imgW="304536" imgH="253780" progId="Equation.3">
                  <p:embed/>
                  <p:pic>
                    <p:nvPicPr>
                      <p:cNvPr id="5530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6675" y="485140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10" name="Oval 22"/>
          <p:cNvSpPr>
            <a:spLocks noChangeArrowheads="1"/>
          </p:cNvSpPr>
          <p:nvPr/>
        </p:nvSpPr>
        <p:spPr bwMode="auto">
          <a:xfrm>
            <a:off x="6400800" y="4876800"/>
            <a:ext cx="841375" cy="8350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5311" name="Object 23"/>
          <p:cNvGraphicFramePr>
            <a:graphicFrameLocks noChangeAspect="1"/>
          </p:cNvGraphicFramePr>
          <p:nvPr/>
        </p:nvGraphicFramePr>
        <p:xfrm>
          <a:off x="7696200" y="5029200"/>
          <a:ext cx="1016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15559" imgH="444307" progId="Equation.3">
                  <p:embed/>
                </p:oleObj>
              </mc:Choice>
              <mc:Fallback>
                <p:oleObj name="Equation" r:id="rId14" imgW="1015559" imgH="444307" progId="Equation.3">
                  <p:embed/>
                  <p:pic>
                    <p:nvPicPr>
                      <p:cNvPr id="55311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5029200"/>
                        <a:ext cx="1016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183644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1295E14B-7351-40C9-B242-E036305C5991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graphicFrame>
        <p:nvGraphicFramePr>
          <p:cNvPr id="57349" name="Object 4"/>
          <p:cNvGraphicFramePr>
            <a:graphicFrameLocks noChangeAspect="1"/>
          </p:cNvGraphicFramePr>
          <p:nvPr/>
        </p:nvGraphicFramePr>
        <p:xfrm>
          <a:off x="781050" y="1085850"/>
          <a:ext cx="11811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80588" imgH="558558" progId="Equation.3">
                  <p:embed/>
                </p:oleObj>
              </mc:Choice>
              <mc:Fallback>
                <p:oleObj name="Equation" r:id="rId2" imgW="1180588" imgH="558558" progId="Equation.3">
                  <p:embed/>
                  <p:pic>
                    <p:nvPicPr>
                      <p:cNvPr id="5734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1085850"/>
                        <a:ext cx="11811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0" name="Text Box 5"/>
          <p:cNvSpPr txBox="1">
            <a:spLocks noChangeArrowheads="1"/>
          </p:cNvSpPr>
          <p:nvPr/>
        </p:nvSpPr>
        <p:spPr bwMode="auto">
          <a:xfrm>
            <a:off x="1905000" y="1066800"/>
            <a:ext cx="5929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= { all strings with prefix       }</a:t>
            </a:r>
          </a:p>
        </p:txBody>
      </p:sp>
      <p:graphicFrame>
        <p:nvGraphicFramePr>
          <p:cNvPr id="57351" name="Object 6"/>
          <p:cNvGraphicFramePr>
            <a:graphicFrameLocks noChangeAspect="1"/>
          </p:cNvGraphicFramePr>
          <p:nvPr/>
        </p:nvGraphicFramePr>
        <p:xfrm>
          <a:off x="6934200" y="1143000"/>
          <a:ext cx="544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431613" progId="Equation.3">
                  <p:embed/>
                </p:oleObj>
              </mc:Choice>
              <mc:Fallback>
                <p:oleObj name="Equation" r:id="rId4" imgW="545863" imgH="431613" progId="Equation.3">
                  <p:embed/>
                  <p:pic>
                    <p:nvPicPr>
                      <p:cNvPr id="5735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1143000"/>
                        <a:ext cx="5445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2" name="Oval 7"/>
          <p:cNvSpPr>
            <a:spLocks noChangeArrowheads="1"/>
          </p:cNvSpPr>
          <p:nvPr/>
        </p:nvSpPr>
        <p:spPr bwMode="auto">
          <a:xfrm>
            <a:off x="1295400" y="3581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7353" name="Oval 8"/>
          <p:cNvSpPr>
            <a:spLocks noChangeArrowheads="1"/>
          </p:cNvSpPr>
          <p:nvPr/>
        </p:nvSpPr>
        <p:spPr bwMode="auto">
          <a:xfrm>
            <a:off x="4495800" y="3581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7354" name="Oval 9"/>
          <p:cNvSpPr>
            <a:spLocks noChangeArrowheads="1"/>
          </p:cNvSpPr>
          <p:nvPr/>
        </p:nvSpPr>
        <p:spPr bwMode="auto">
          <a:xfrm>
            <a:off x="7467600" y="3581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7355" name="Line 10"/>
          <p:cNvSpPr>
            <a:spLocks noChangeShapeType="1"/>
          </p:cNvSpPr>
          <p:nvPr/>
        </p:nvSpPr>
        <p:spPr bwMode="auto">
          <a:xfrm>
            <a:off x="685800" y="3962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6" name="Oval 11"/>
          <p:cNvSpPr>
            <a:spLocks noChangeArrowheads="1"/>
          </p:cNvSpPr>
          <p:nvPr/>
        </p:nvSpPr>
        <p:spPr bwMode="auto">
          <a:xfrm>
            <a:off x="7239000" y="33528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7357" name="Line 12"/>
          <p:cNvSpPr>
            <a:spLocks noChangeShapeType="1"/>
          </p:cNvSpPr>
          <p:nvPr/>
        </p:nvSpPr>
        <p:spPr bwMode="auto">
          <a:xfrm>
            <a:off x="1981200" y="3962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8" name="Line 13"/>
          <p:cNvSpPr>
            <a:spLocks noChangeShapeType="1"/>
          </p:cNvSpPr>
          <p:nvPr/>
        </p:nvSpPr>
        <p:spPr bwMode="auto">
          <a:xfrm>
            <a:off x="5181600" y="3962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9" name="Freeform 15"/>
          <p:cNvSpPr>
            <a:spLocks/>
          </p:cNvSpPr>
          <p:nvPr/>
        </p:nvSpPr>
        <p:spPr bwMode="auto">
          <a:xfrm>
            <a:off x="7315200" y="23622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60" name="Object 17"/>
          <p:cNvGraphicFramePr>
            <a:graphicFrameLocks noChangeAspect="1"/>
          </p:cNvGraphicFramePr>
          <p:nvPr/>
        </p:nvGraphicFramePr>
        <p:xfrm>
          <a:off x="3048000" y="3657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5736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657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1" name="Object 18"/>
          <p:cNvGraphicFramePr>
            <a:graphicFrameLocks noChangeAspect="1"/>
          </p:cNvGraphicFramePr>
          <p:nvPr/>
        </p:nvGraphicFramePr>
        <p:xfrm>
          <a:off x="6172200" y="3581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279" imgH="380835" progId="Equation.3">
                  <p:embed/>
                </p:oleObj>
              </mc:Choice>
              <mc:Fallback>
                <p:oleObj name="Equation" r:id="rId8" imgW="279279" imgH="380835" progId="Equation.3">
                  <p:embed/>
                  <p:pic>
                    <p:nvPicPr>
                      <p:cNvPr id="5736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3581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2" name="Object 19"/>
          <p:cNvGraphicFramePr>
            <a:graphicFrameLocks noChangeAspect="1"/>
          </p:cNvGraphicFramePr>
          <p:nvPr/>
        </p:nvGraphicFramePr>
        <p:xfrm>
          <a:off x="7391400" y="19050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72808" imgH="444307" progId="Equation.3">
                  <p:embed/>
                </p:oleObj>
              </mc:Choice>
              <mc:Fallback>
                <p:oleObj name="Equation" r:id="rId10" imgW="672808" imgH="444307" progId="Equation.3">
                  <p:embed/>
                  <p:pic>
                    <p:nvPicPr>
                      <p:cNvPr id="5736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19050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3" name="Object 20"/>
          <p:cNvGraphicFramePr>
            <a:graphicFrameLocks noChangeAspect="1"/>
          </p:cNvGraphicFramePr>
          <p:nvPr/>
        </p:nvGraphicFramePr>
        <p:xfrm>
          <a:off x="1447800" y="36576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100" imgH="469900" progId="Equation.3">
                  <p:embed/>
                </p:oleObj>
              </mc:Choice>
              <mc:Fallback>
                <p:oleObj name="Equation" r:id="rId12" imgW="419100" imgH="469900" progId="Equation.3">
                  <p:embed/>
                  <p:pic>
                    <p:nvPicPr>
                      <p:cNvPr id="57363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6576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4" name="Object 21"/>
          <p:cNvGraphicFramePr>
            <a:graphicFrameLocks noChangeAspect="1"/>
          </p:cNvGraphicFramePr>
          <p:nvPr/>
        </p:nvGraphicFramePr>
        <p:xfrm>
          <a:off x="4686300" y="36576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751" imgH="469696" progId="Equation.3">
                  <p:embed/>
                </p:oleObj>
              </mc:Choice>
              <mc:Fallback>
                <p:oleObj name="Equation" r:id="rId14" imgW="342751" imgH="469696" progId="Equation.3">
                  <p:embed/>
                  <p:pic>
                    <p:nvPicPr>
                      <p:cNvPr id="57364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36576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5" name="Object 22"/>
          <p:cNvGraphicFramePr>
            <a:graphicFrameLocks noChangeAspect="1"/>
          </p:cNvGraphicFramePr>
          <p:nvPr/>
        </p:nvGraphicFramePr>
        <p:xfrm>
          <a:off x="7556500" y="36576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3529" imgH="469696" progId="Equation.3">
                  <p:embed/>
                </p:oleObj>
              </mc:Choice>
              <mc:Fallback>
                <p:oleObj name="Equation" r:id="rId16" imgW="393529" imgH="469696" progId="Equation.3">
                  <p:embed/>
                  <p:pic>
                    <p:nvPicPr>
                      <p:cNvPr id="5736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36576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6" name="Text Box 23"/>
          <p:cNvSpPr txBox="1">
            <a:spLocks noChangeArrowheads="1"/>
          </p:cNvSpPr>
          <p:nvPr/>
        </p:nvSpPr>
        <p:spPr bwMode="auto">
          <a:xfrm>
            <a:off x="7162800" y="4419600"/>
            <a:ext cx="1443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</a:t>
            </a:r>
          </a:p>
        </p:txBody>
      </p:sp>
      <p:sp>
        <p:nvSpPr>
          <p:cNvPr id="57367" name="Oval 24"/>
          <p:cNvSpPr>
            <a:spLocks noChangeArrowheads="1"/>
          </p:cNvSpPr>
          <p:nvPr/>
        </p:nvSpPr>
        <p:spPr bwMode="auto">
          <a:xfrm>
            <a:off x="4495800" y="548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7368" name="Line 25"/>
          <p:cNvSpPr>
            <a:spLocks noChangeShapeType="1"/>
          </p:cNvSpPr>
          <p:nvPr/>
        </p:nvSpPr>
        <p:spPr bwMode="auto">
          <a:xfrm>
            <a:off x="1828800" y="4191000"/>
            <a:ext cx="266700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9" name="Freeform 27"/>
          <p:cNvSpPr>
            <a:spLocks/>
          </p:cNvSpPr>
          <p:nvPr/>
        </p:nvSpPr>
        <p:spPr bwMode="auto">
          <a:xfrm>
            <a:off x="5181600" y="5384800"/>
            <a:ext cx="838200" cy="812800"/>
          </a:xfrm>
          <a:custGeom>
            <a:avLst/>
            <a:gdLst>
              <a:gd name="T0" fmla="*/ 0 w 528"/>
              <a:gd name="T1" fmla="*/ 2147483646 h 512"/>
              <a:gd name="T2" fmla="*/ 2147483646 w 528"/>
              <a:gd name="T3" fmla="*/ 2147483646 h 512"/>
              <a:gd name="T4" fmla="*/ 2147483646 w 528"/>
              <a:gd name="T5" fmla="*/ 2147483646 h 512"/>
              <a:gd name="T6" fmla="*/ 2147483646 w 528"/>
              <a:gd name="T7" fmla="*/ 2147483646 h 512"/>
              <a:gd name="T8" fmla="*/ 0 w 528"/>
              <a:gd name="T9" fmla="*/ 2147483646 h 5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28" h="512">
                <a:moveTo>
                  <a:pt x="0" y="160"/>
                </a:moveTo>
                <a:cubicBezTo>
                  <a:pt x="124" y="80"/>
                  <a:pt x="248" y="0"/>
                  <a:pt x="336" y="16"/>
                </a:cubicBezTo>
                <a:cubicBezTo>
                  <a:pt x="424" y="32"/>
                  <a:pt x="528" y="176"/>
                  <a:pt x="528" y="256"/>
                </a:cubicBezTo>
                <a:cubicBezTo>
                  <a:pt x="528" y="336"/>
                  <a:pt x="424" y="480"/>
                  <a:pt x="336" y="496"/>
                </a:cubicBezTo>
                <a:cubicBezTo>
                  <a:pt x="248" y="512"/>
                  <a:pt x="124" y="432"/>
                  <a:pt x="0" y="35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70" name="Object 28"/>
          <p:cNvGraphicFramePr>
            <a:graphicFrameLocks noChangeAspect="1"/>
          </p:cNvGraphicFramePr>
          <p:nvPr/>
        </p:nvGraphicFramePr>
        <p:xfrm>
          <a:off x="6172200" y="55626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72808" imgH="444307" progId="Equation.3">
                  <p:embed/>
                </p:oleObj>
              </mc:Choice>
              <mc:Fallback>
                <p:oleObj name="Equation" r:id="rId18" imgW="672808" imgH="444307" progId="Equation.3">
                  <p:embed/>
                  <p:pic>
                    <p:nvPicPr>
                      <p:cNvPr id="5737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55626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71" name="Line 30"/>
          <p:cNvSpPr>
            <a:spLocks noChangeShapeType="1"/>
          </p:cNvSpPr>
          <p:nvPr/>
        </p:nvSpPr>
        <p:spPr bwMode="auto">
          <a:xfrm flipV="1">
            <a:off x="4800600" y="42672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72" name="Object 31"/>
          <p:cNvGraphicFramePr>
            <a:graphicFrameLocks noChangeAspect="1"/>
          </p:cNvGraphicFramePr>
          <p:nvPr/>
        </p:nvGraphicFramePr>
        <p:xfrm>
          <a:off x="4622800" y="55626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93529" imgH="469696" progId="Equation.3">
                  <p:embed/>
                </p:oleObj>
              </mc:Choice>
              <mc:Fallback>
                <p:oleObj name="Equation" r:id="rId19" imgW="393529" imgH="469696" progId="Equation.3">
                  <p:embed/>
                  <p:pic>
                    <p:nvPicPr>
                      <p:cNvPr id="5737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2800" y="55626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3" name="Object 32"/>
          <p:cNvGraphicFramePr>
            <a:graphicFrameLocks noChangeAspect="1"/>
          </p:cNvGraphicFramePr>
          <p:nvPr/>
        </p:nvGraphicFramePr>
        <p:xfrm>
          <a:off x="4876800" y="4648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66584" imgH="279279" progId="Equation.3">
                  <p:embed/>
                </p:oleObj>
              </mc:Choice>
              <mc:Fallback>
                <p:oleObj name="Equation" r:id="rId21" imgW="266584" imgH="279279" progId="Equation.3">
                  <p:embed/>
                  <p:pic>
                    <p:nvPicPr>
                      <p:cNvPr id="5737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648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74" name="Object 33"/>
          <p:cNvGraphicFramePr>
            <a:graphicFrameLocks noChangeAspect="1"/>
          </p:cNvGraphicFramePr>
          <p:nvPr/>
        </p:nvGraphicFramePr>
        <p:xfrm>
          <a:off x="3124200" y="4572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79279" imgH="380835" progId="Equation.3">
                  <p:embed/>
                </p:oleObj>
              </mc:Choice>
              <mc:Fallback>
                <p:oleObj name="Equation" r:id="rId22" imgW="279279" imgH="380835" progId="Equation.3">
                  <p:embed/>
                  <p:pic>
                    <p:nvPicPr>
                      <p:cNvPr id="57374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572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9596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L=strings with substring ‘101’ over {0, 1}</a:t>
            </a:r>
          </a:p>
        </p:txBody>
      </p:sp>
      <p:sp>
        <p:nvSpPr>
          <p:cNvPr id="583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4A419840-FF91-4569-AC15-83CAE24401E6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5259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049D7AF9-4B0F-412B-B031-5154F1D4C427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graphicFrame>
        <p:nvGraphicFramePr>
          <p:cNvPr id="60421" name="Object 4"/>
          <p:cNvGraphicFramePr>
            <a:graphicFrameLocks noChangeAspect="1"/>
          </p:cNvGraphicFramePr>
          <p:nvPr/>
        </p:nvGraphicFramePr>
        <p:xfrm>
          <a:off x="914400" y="1143000"/>
          <a:ext cx="9144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14400" imgH="444500" progId="Equation.3">
                  <p:embed/>
                </p:oleObj>
              </mc:Choice>
              <mc:Fallback>
                <p:oleObj name="Equation" r:id="rId2" imgW="914400" imgH="444500" progId="Equation.3">
                  <p:embed/>
                  <p:pic>
                    <p:nvPicPr>
                      <p:cNvPr id="6042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143000"/>
                        <a:ext cx="9144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Text Box 5"/>
          <p:cNvSpPr txBox="1">
            <a:spLocks noChangeArrowheads="1"/>
          </p:cNvSpPr>
          <p:nvPr/>
        </p:nvSpPr>
        <p:spPr bwMode="auto">
          <a:xfrm>
            <a:off x="1905000" y="1066800"/>
            <a:ext cx="422433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= </a:t>
            </a:r>
            <a:r>
              <a:rPr lang="en-US" altLang="en-US">
                <a:solidFill>
                  <a:schemeClr val="tx1"/>
                </a:solidFill>
              </a:rPr>
              <a:t>{ all strings without</a:t>
            </a:r>
          </a:p>
          <a:p>
            <a:r>
              <a:rPr lang="en-US" altLang="en-US">
                <a:solidFill>
                  <a:schemeClr val="tx1"/>
                </a:solidFill>
              </a:rPr>
              <a:t>     substring          }</a:t>
            </a:r>
          </a:p>
        </p:txBody>
      </p:sp>
      <p:graphicFrame>
        <p:nvGraphicFramePr>
          <p:cNvPr id="60423" name="Object 6"/>
          <p:cNvGraphicFramePr>
            <a:graphicFrameLocks noChangeAspect="1"/>
          </p:cNvGraphicFramePr>
          <p:nvPr/>
        </p:nvGraphicFramePr>
        <p:xfrm>
          <a:off x="4648200" y="1752600"/>
          <a:ext cx="698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98500" imgH="368300" progId="Equation.3">
                  <p:embed/>
                </p:oleObj>
              </mc:Choice>
              <mc:Fallback>
                <p:oleObj name="Equation" r:id="rId4" imgW="698500" imgH="368300" progId="Equation.3">
                  <p:embed/>
                  <p:pic>
                    <p:nvPicPr>
                      <p:cNvPr id="604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752600"/>
                        <a:ext cx="698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4" name="Oval 7"/>
          <p:cNvSpPr>
            <a:spLocks noChangeArrowheads="1"/>
          </p:cNvSpPr>
          <p:nvPr/>
        </p:nvSpPr>
        <p:spPr bwMode="auto">
          <a:xfrm>
            <a:off x="12954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0425" name="Oval 8"/>
          <p:cNvSpPr>
            <a:spLocks noChangeArrowheads="1"/>
          </p:cNvSpPr>
          <p:nvPr/>
        </p:nvSpPr>
        <p:spPr bwMode="auto">
          <a:xfrm>
            <a:off x="4876800" y="44196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0426" name="Freeform 9"/>
          <p:cNvSpPr>
            <a:spLocks/>
          </p:cNvSpPr>
          <p:nvPr/>
        </p:nvSpPr>
        <p:spPr bwMode="auto">
          <a:xfrm>
            <a:off x="7391400" y="36576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7" name="Oval 10"/>
          <p:cNvSpPr>
            <a:spLocks noChangeArrowheads="1"/>
          </p:cNvSpPr>
          <p:nvPr/>
        </p:nvSpPr>
        <p:spPr bwMode="auto">
          <a:xfrm>
            <a:off x="31242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0428" name="Oval 11"/>
          <p:cNvSpPr>
            <a:spLocks noChangeArrowheads="1"/>
          </p:cNvSpPr>
          <p:nvPr/>
        </p:nvSpPr>
        <p:spPr bwMode="auto">
          <a:xfrm>
            <a:off x="51054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0429" name="Oval 12"/>
          <p:cNvSpPr>
            <a:spLocks noChangeArrowheads="1"/>
          </p:cNvSpPr>
          <p:nvPr/>
        </p:nvSpPr>
        <p:spPr bwMode="auto">
          <a:xfrm>
            <a:off x="74676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60430" name="Object 13"/>
          <p:cNvGraphicFramePr>
            <a:graphicFrameLocks noChangeAspect="1"/>
          </p:cNvGraphicFramePr>
          <p:nvPr/>
        </p:nvGraphicFramePr>
        <p:xfrm>
          <a:off x="1524000" y="4800600"/>
          <a:ext cx="279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279" imgH="342751" progId="Equation.3">
                  <p:embed/>
                </p:oleObj>
              </mc:Choice>
              <mc:Fallback>
                <p:oleObj name="Equation" r:id="rId6" imgW="279279" imgH="342751" progId="Equation.3">
                  <p:embed/>
                  <p:pic>
                    <p:nvPicPr>
                      <p:cNvPr id="6043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00600"/>
                        <a:ext cx="279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1" name="Object 14"/>
          <p:cNvGraphicFramePr>
            <a:graphicFrameLocks noChangeAspect="1"/>
          </p:cNvGraphicFramePr>
          <p:nvPr/>
        </p:nvGraphicFramePr>
        <p:xfrm>
          <a:off x="3352800" y="4800600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400" imgH="368300" progId="Equation.3">
                  <p:embed/>
                </p:oleObj>
              </mc:Choice>
              <mc:Fallback>
                <p:oleObj name="Equation" r:id="rId8" imgW="279400" imgH="368300" progId="Equation.3">
                  <p:embed/>
                  <p:pic>
                    <p:nvPicPr>
                      <p:cNvPr id="6043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800600"/>
                        <a:ext cx="279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2" name="Object 15"/>
          <p:cNvGraphicFramePr>
            <a:graphicFrameLocks noChangeAspect="1"/>
          </p:cNvGraphicFramePr>
          <p:nvPr/>
        </p:nvGraphicFramePr>
        <p:xfrm>
          <a:off x="5181600" y="4800600"/>
          <a:ext cx="520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20700" imgH="368300" progId="Equation.3">
                  <p:embed/>
                </p:oleObj>
              </mc:Choice>
              <mc:Fallback>
                <p:oleObj name="Equation" r:id="rId10" imgW="520700" imgH="368300" progId="Equation.3">
                  <p:embed/>
                  <p:pic>
                    <p:nvPicPr>
                      <p:cNvPr id="6043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800600"/>
                        <a:ext cx="520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33" name="Object 16"/>
          <p:cNvGraphicFramePr>
            <a:graphicFrameLocks noChangeAspect="1"/>
          </p:cNvGraphicFramePr>
          <p:nvPr/>
        </p:nvGraphicFramePr>
        <p:xfrm>
          <a:off x="7467600" y="4800600"/>
          <a:ext cx="698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500" imgH="368300" progId="Equation.3">
                  <p:embed/>
                </p:oleObj>
              </mc:Choice>
              <mc:Fallback>
                <p:oleObj name="Equation" r:id="rId12" imgW="698500" imgH="368300" progId="Equation.3">
                  <p:embed/>
                  <p:pic>
                    <p:nvPicPr>
                      <p:cNvPr id="6043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4800600"/>
                        <a:ext cx="698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4" name="Oval 17"/>
          <p:cNvSpPr>
            <a:spLocks noChangeArrowheads="1"/>
          </p:cNvSpPr>
          <p:nvPr/>
        </p:nvSpPr>
        <p:spPr bwMode="auto">
          <a:xfrm>
            <a:off x="2895600" y="44196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0435" name="Oval 18"/>
          <p:cNvSpPr>
            <a:spLocks noChangeArrowheads="1"/>
          </p:cNvSpPr>
          <p:nvPr/>
        </p:nvSpPr>
        <p:spPr bwMode="auto">
          <a:xfrm>
            <a:off x="1066800" y="44196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0436" name="Freeform 19"/>
          <p:cNvSpPr>
            <a:spLocks/>
          </p:cNvSpPr>
          <p:nvPr/>
        </p:nvSpPr>
        <p:spPr bwMode="auto">
          <a:xfrm>
            <a:off x="1143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7" name="Freeform 20"/>
          <p:cNvSpPr>
            <a:spLocks/>
          </p:cNvSpPr>
          <p:nvPr/>
        </p:nvSpPr>
        <p:spPr bwMode="auto">
          <a:xfrm>
            <a:off x="4953000" y="34290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8" name="Freeform 21"/>
          <p:cNvSpPr>
            <a:spLocks/>
          </p:cNvSpPr>
          <p:nvPr/>
        </p:nvSpPr>
        <p:spPr bwMode="auto">
          <a:xfrm>
            <a:off x="2133600" y="5334000"/>
            <a:ext cx="838200" cy="304800"/>
          </a:xfrm>
          <a:custGeom>
            <a:avLst/>
            <a:gdLst>
              <a:gd name="T0" fmla="*/ 0 w 528"/>
              <a:gd name="T1" fmla="*/ 0 h 192"/>
              <a:gd name="T2" fmla="*/ 2147483646 w 528"/>
              <a:gd name="T3" fmla="*/ 2147483646 h 192"/>
              <a:gd name="T4" fmla="*/ 2147483646 w 528"/>
              <a:gd name="T5" fmla="*/ 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8" h="192">
                <a:moveTo>
                  <a:pt x="0" y="0"/>
                </a:moveTo>
                <a:cubicBezTo>
                  <a:pt x="76" y="96"/>
                  <a:pt x="152" y="192"/>
                  <a:pt x="240" y="192"/>
                </a:cubicBezTo>
                <a:cubicBezTo>
                  <a:pt x="328" y="192"/>
                  <a:pt x="428" y="96"/>
                  <a:pt x="528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9" name="Freeform 22"/>
          <p:cNvSpPr>
            <a:spLocks/>
          </p:cNvSpPr>
          <p:nvPr/>
        </p:nvSpPr>
        <p:spPr bwMode="auto">
          <a:xfrm>
            <a:off x="2133600" y="4330700"/>
            <a:ext cx="838200" cy="393700"/>
          </a:xfrm>
          <a:custGeom>
            <a:avLst/>
            <a:gdLst>
              <a:gd name="T0" fmla="*/ 2147483646 w 528"/>
              <a:gd name="T1" fmla="*/ 2147483646 h 248"/>
              <a:gd name="T2" fmla="*/ 2147483646 w 528"/>
              <a:gd name="T3" fmla="*/ 2147483646 h 248"/>
              <a:gd name="T4" fmla="*/ 0 w 528"/>
              <a:gd name="T5" fmla="*/ 2147483646 h 2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28" h="248">
                <a:moveTo>
                  <a:pt x="528" y="248"/>
                </a:moveTo>
                <a:cubicBezTo>
                  <a:pt x="452" y="132"/>
                  <a:pt x="376" y="16"/>
                  <a:pt x="288" y="8"/>
                </a:cubicBezTo>
                <a:cubicBezTo>
                  <a:pt x="200" y="0"/>
                  <a:pt x="100" y="100"/>
                  <a:pt x="0" y="2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40" name="Line 23"/>
          <p:cNvSpPr>
            <a:spLocks noChangeShapeType="1"/>
          </p:cNvSpPr>
          <p:nvPr/>
        </p:nvSpPr>
        <p:spPr bwMode="auto">
          <a:xfrm>
            <a:off x="4038600" y="5029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41" name="Line 24"/>
          <p:cNvSpPr>
            <a:spLocks noChangeShapeType="1"/>
          </p:cNvSpPr>
          <p:nvPr/>
        </p:nvSpPr>
        <p:spPr bwMode="auto">
          <a:xfrm>
            <a:off x="6019800" y="5029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42" name="Object 25"/>
          <p:cNvGraphicFramePr>
            <a:graphicFrameLocks noChangeAspect="1"/>
          </p:cNvGraphicFramePr>
          <p:nvPr/>
        </p:nvGraphicFramePr>
        <p:xfrm>
          <a:off x="1447800" y="3048000"/>
          <a:ext cx="176213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7569" imgH="355138" progId="Equation.3">
                  <p:embed/>
                </p:oleObj>
              </mc:Choice>
              <mc:Fallback>
                <p:oleObj name="Equation" r:id="rId13" imgW="177569" imgH="355138" progId="Equation.3">
                  <p:embed/>
                  <p:pic>
                    <p:nvPicPr>
                      <p:cNvPr id="6044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48000"/>
                        <a:ext cx="176213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3" name="Object 26"/>
          <p:cNvGraphicFramePr>
            <a:graphicFrameLocks noChangeAspect="1"/>
          </p:cNvGraphicFramePr>
          <p:nvPr/>
        </p:nvGraphicFramePr>
        <p:xfrm>
          <a:off x="2362200" y="5715000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400" imgH="368300" progId="Equation.3">
                  <p:embed/>
                </p:oleObj>
              </mc:Choice>
              <mc:Fallback>
                <p:oleObj name="Equation" r:id="rId15" imgW="279400" imgH="368300" progId="Equation.3">
                  <p:embed/>
                  <p:pic>
                    <p:nvPicPr>
                      <p:cNvPr id="6044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715000"/>
                        <a:ext cx="279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4" name="Object 27"/>
          <p:cNvGraphicFramePr>
            <a:graphicFrameLocks noChangeAspect="1"/>
          </p:cNvGraphicFramePr>
          <p:nvPr/>
        </p:nvGraphicFramePr>
        <p:xfrm>
          <a:off x="2438400" y="3886200"/>
          <a:ext cx="176213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7569" imgH="355138" progId="Equation.3">
                  <p:embed/>
                </p:oleObj>
              </mc:Choice>
              <mc:Fallback>
                <p:oleObj name="Equation" r:id="rId16" imgW="177569" imgH="355138" progId="Equation.3">
                  <p:embed/>
                  <p:pic>
                    <p:nvPicPr>
                      <p:cNvPr id="6044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886200"/>
                        <a:ext cx="176213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5" name="Object 28"/>
          <p:cNvGraphicFramePr>
            <a:graphicFrameLocks noChangeAspect="1"/>
          </p:cNvGraphicFramePr>
          <p:nvPr/>
        </p:nvGraphicFramePr>
        <p:xfrm>
          <a:off x="6705600" y="4572000"/>
          <a:ext cx="176213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7569" imgH="355138" progId="Equation.3">
                  <p:embed/>
                </p:oleObj>
              </mc:Choice>
              <mc:Fallback>
                <p:oleObj name="Equation" r:id="rId17" imgW="177569" imgH="355138" progId="Equation.3">
                  <p:embed/>
                  <p:pic>
                    <p:nvPicPr>
                      <p:cNvPr id="6044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572000"/>
                        <a:ext cx="176213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6" name="Object 29"/>
          <p:cNvGraphicFramePr>
            <a:graphicFrameLocks noChangeAspect="1"/>
          </p:cNvGraphicFramePr>
          <p:nvPr/>
        </p:nvGraphicFramePr>
        <p:xfrm>
          <a:off x="4267200" y="4572000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79400" imgH="368300" progId="Equation.3">
                  <p:embed/>
                </p:oleObj>
              </mc:Choice>
              <mc:Fallback>
                <p:oleObj name="Equation" r:id="rId18" imgW="279400" imgH="368300" progId="Equation.3">
                  <p:embed/>
                  <p:pic>
                    <p:nvPicPr>
                      <p:cNvPr id="6044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572000"/>
                        <a:ext cx="279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7" name="Object 30"/>
          <p:cNvGraphicFramePr>
            <a:graphicFrameLocks noChangeAspect="1"/>
          </p:cNvGraphicFramePr>
          <p:nvPr/>
        </p:nvGraphicFramePr>
        <p:xfrm>
          <a:off x="5181600" y="3048000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79400" imgH="368300" progId="Equation.3">
                  <p:embed/>
                </p:oleObj>
              </mc:Choice>
              <mc:Fallback>
                <p:oleObj name="Equation" r:id="rId19" imgW="279400" imgH="368300" progId="Equation.3">
                  <p:embed/>
                  <p:pic>
                    <p:nvPicPr>
                      <p:cNvPr id="6044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048000"/>
                        <a:ext cx="2794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48" name="Object 31"/>
          <p:cNvGraphicFramePr>
            <a:graphicFrameLocks noChangeAspect="1"/>
          </p:cNvGraphicFramePr>
          <p:nvPr/>
        </p:nvGraphicFramePr>
        <p:xfrm>
          <a:off x="7543800" y="3200400"/>
          <a:ext cx="5207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20474" imgH="431613" progId="Equation.3">
                  <p:embed/>
                </p:oleObj>
              </mc:Choice>
              <mc:Fallback>
                <p:oleObj name="Equation" r:id="rId20" imgW="520474" imgH="431613" progId="Equation.3">
                  <p:embed/>
                  <p:pic>
                    <p:nvPicPr>
                      <p:cNvPr id="6044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3200400"/>
                        <a:ext cx="5207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49" name="Line 32"/>
          <p:cNvSpPr>
            <a:spLocks noChangeShapeType="1"/>
          </p:cNvSpPr>
          <p:nvPr/>
        </p:nvSpPr>
        <p:spPr bwMode="auto">
          <a:xfrm>
            <a:off x="381000" y="5029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030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0EDF6CF-85D7-47CB-9FAF-14C40AF4B3C3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  <a:p>
            <a:r>
              <a:rPr lang="en-US" altLang="en-US"/>
              <a:t> </a:t>
            </a:r>
          </a:p>
        </p:txBody>
      </p:sp>
      <p:graphicFrame>
        <p:nvGraphicFramePr>
          <p:cNvPr id="61445" name="Object 4"/>
          <p:cNvGraphicFramePr>
            <a:graphicFrameLocks noChangeAspect="1"/>
          </p:cNvGraphicFramePr>
          <p:nvPr/>
        </p:nvGraphicFramePr>
        <p:xfrm>
          <a:off x="1295400" y="1295400"/>
          <a:ext cx="5010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41800" imgH="457200" progId="Equation.3">
                  <p:embed/>
                </p:oleObj>
              </mc:Choice>
              <mc:Fallback>
                <p:oleObj name="Equation" r:id="rId2" imgW="4241800" imgH="457200" progId="Equation.3">
                  <p:embed/>
                  <p:pic>
                    <p:nvPicPr>
                      <p:cNvPr id="6144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295400"/>
                        <a:ext cx="50101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Oval 5"/>
          <p:cNvSpPr>
            <a:spLocks noChangeArrowheads="1"/>
          </p:cNvSpPr>
          <p:nvPr/>
        </p:nvSpPr>
        <p:spPr bwMode="auto">
          <a:xfrm>
            <a:off x="3048000" y="502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47" name="Oval 6"/>
          <p:cNvSpPr>
            <a:spLocks noChangeArrowheads="1"/>
          </p:cNvSpPr>
          <p:nvPr/>
        </p:nvSpPr>
        <p:spPr bwMode="auto">
          <a:xfrm>
            <a:off x="7162800" y="32766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48" name="Freeform 7"/>
          <p:cNvSpPr>
            <a:spLocks/>
          </p:cNvSpPr>
          <p:nvPr/>
        </p:nvSpPr>
        <p:spPr bwMode="auto">
          <a:xfrm>
            <a:off x="7315200" y="22098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9" name="Oval 8"/>
          <p:cNvSpPr>
            <a:spLocks noChangeArrowheads="1"/>
          </p:cNvSpPr>
          <p:nvPr/>
        </p:nvSpPr>
        <p:spPr bwMode="auto">
          <a:xfrm>
            <a:off x="3048000" y="3505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50" name="Oval 9"/>
          <p:cNvSpPr>
            <a:spLocks noChangeArrowheads="1"/>
          </p:cNvSpPr>
          <p:nvPr/>
        </p:nvSpPr>
        <p:spPr bwMode="auto">
          <a:xfrm>
            <a:off x="5029200" y="3505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51" name="Oval 10"/>
          <p:cNvSpPr>
            <a:spLocks noChangeArrowheads="1"/>
          </p:cNvSpPr>
          <p:nvPr/>
        </p:nvSpPr>
        <p:spPr bwMode="auto">
          <a:xfrm>
            <a:off x="7391400" y="3505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452" name="Freeform 17"/>
          <p:cNvSpPr>
            <a:spLocks/>
          </p:cNvSpPr>
          <p:nvPr/>
        </p:nvSpPr>
        <p:spPr bwMode="auto">
          <a:xfrm rot="-10696544">
            <a:off x="3048000" y="56388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3" name="Freeform 18"/>
          <p:cNvSpPr>
            <a:spLocks/>
          </p:cNvSpPr>
          <p:nvPr/>
        </p:nvSpPr>
        <p:spPr bwMode="auto">
          <a:xfrm>
            <a:off x="4876800" y="2514600"/>
            <a:ext cx="812800" cy="1079500"/>
          </a:xfrm>
          <a:custGeom>
            <a:avLst/>
            <a:gdLst>
              <a:gd name="T0" fmla="*/ 2147483646 w 512"/>
              <a:gd name="T1" fmla="*/ 2147483646 h 680"/>
              <a:gd name="T2" fmla="*/ 2147483646 w 512"/>
              <a:gd name="T3" fmla="*/ 2147483646 h 680"/>
              <a:gd name="T4" fmla="*/ 2147483646 w 512"/>
              <a:gd name="T5" fmla="*/ 2147483646 h 680"/>
              <a:gd name="T6" fmla="*/ 2147483646 w 512"/>
              <a:gd name="T7" fmla="*/ 2147483646 h 680"/>
              <a:gd name="T8" fmla="*/ 2147483646 w 512"/>
              <a:gd name="T9" fmla="*/ 2147483646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4" name="Line 21"/>
          <p:cNvSpPr>
            <a:spLocks noChangeShapeType="1"/>
          </p:cNvSpPr>
          <p:nvPr/>
        </p:nvSpPr>
        <p:spPr bwMode="auto">
          <a:xfrm>
            <a:off x="3733800" y="3886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5" name="Freeform 30"/>
          <p:cNvSpPr>
            <a:spLocks/>
          </p:cNvSpPr>
          <p:nvPr/>
        </p:nvSpPr>
        <p:spPr bwMode="auto">
          <a:xfrm>
            <a:off x="5638800" y="4114800"/>
            <a:ext cx="1600200" cy="393700"/>
          </a:xfrm>
          <a:custGeom>
            <a:avLst/>
            <a:gdLst>
              <a:gd name="T0" fmla="*/ 0 w 1008"/>
              <a:gd name="T1" fmla="*/ 0 h 248"/>
              <a:gd name="T2" fmla="*/ 2147483646 w 1008"/>
              <a:gd name="T3" fmla="*/ 2147483646 h 248"/>
              <a:gd name="T4" fmla="*/ 2147483646 w 1008"/>
              <a:gd name="T5" fmla="*/ 2147483646 h 2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8" h="248">
                <a:moveTo>
                  <a:pt x="0" y="0"/>
                </a:moveTo>
                <a:cubicBezTo>
                  <a:pt x="180" y="116"/>
                  <a:pt x="360" y="232"/>
                  <a:pt x="528" y="240"/>
                </a:cubicBezTo>
                <a:cubicBezTo>
                  <a:pt x="696" y="248"/>
                  <a:pt x="852" y="148"/>
                  <a:pt x="1008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6" name="Freeform 31"/>
          <p:cNvSpPr>
            <a:spLocks/>
          </p:cNvSpPr>
          <p:nvPr/>
        </p:nvSpPr>
        <p:spPr bwMode="auto">
          <a:xfrm>
            <a:off x="5638800" y="3276600"/>
            <a:ext cx="1600200" cy="304800"/>
          </a:xfrm>
          <a:custGeom>
            <a:avLst/>
            <a:gdLst>
              <a:gd name="T0" fmla="*/ 2147483646 w 1008"/>
              <a:gd name="T1" fmla="*/ 2147483646 h 192"/>
              <a:gd name="T2" fmla="*/ 2147483646 w 1008"/>
              <a:gd name="T3" fmla="*/ 0 h 192"/>
              <a:gd name="T4" fmla="*/ 0 w 1008"/>
              <a:gd name="T5" fmla="*/ 2147483646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8" h="192">
                <a:moveTo>
                  <a:pt x="1008" y="192"/>
                </a:moveTo>
                <a:cubicBezTo>
                  <a:pt x="852" y="96"/>
                  <a:pt x="696" y="0"/>
                  <a:pt x="528" y="0"/>
                </a:cubicBezTo>
                <a:cubicBezTo>
                  <a:pt x="360" y="0"/>
                  <a:pt x="180" y="96"/>
                  <a:pt x="0" y="192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7" name="Line 32"/>
          <p:cNvSpPr>
            <a:spLocks noChangeShapeType="1"/>
          </p:cNvSpPr>
          <p:nvPr/>
        </p:nvSpPr>
        <p:spPr bwMode="auto">
          <a:xfrm>
            <a:off x="24384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8" name="Line 33"/>
          <p:cNvSpPr>
            <a:spLocks noChangeShapeType="1"/>
          </p:cNvSpPr>
          <p:nvPr/>
        </p:nvSpPr>
        <p:spPr bwMode="auto">
          <a:xfrm>
            <a:off x="3352800" y="41910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59" name="Object 34"/>
          <p:cNvGraphicFramePr>
            <a:graphicFrameLocks noChangeAspect="1"/>
          </p:cNvGraphicFramePr>
          <p:nvPr/>
        </p:nvGraphicFramePr>
        <p:xfrm>
          <a:off x="4191000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61459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0" name="Object 35"/>
          <p:cNvGraphicFramePr>
            <a:graphicFrameLocks noChangeAspect="1"/>
          </p:cNvGraphicFramePr>
          <p:nvPr/>
        </p:nvGraphicFramePr>
        <p:xfrm>
          <a:off x="34290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9279" imgH="380835" progId="Equation.3">
                  <p:embed/>
                </p:oleObj>
              </mc:Choice>
              <mc:Fallback>
                <p:oleObj name="Equation" r:id="rId6" imgW="279279" imgH="380835" progId="Equation.3">
                  <p:embed/>
                  <p:pic>
                    <p:nvPicPr>
                      <p:cNvPr id="6146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1" name="Object 36"/>
          <p:cNvGraphicFramePr>
            <a:graphicFrameLocks noChangeAspect="1"/>
          </p:cNvGraphicFramePr>
          <p:nvPr/>
        </p:nvGraphicFramePr>
        <p:xfrm>
          <a:off x="3886200" y="6172200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72808" imgH="444307" progId="Equation.3">
                  <p:embed/>
                </p:oleObj>
              </mc:Choice>
              <mc:Fallback>
                <p:oleObj name="Equation" r:id="rId8" imgW="672808" imgH="444307" progId="Equation.3">
                  <p:embed/>
                  <p:pic>
                    <p:nvPicPr>
                      <p:cNvPr id="61461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6172200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2" name="Object 37"/>
          <p:cNvGraphicFramePr>
            <a:graphicFrameLocks noChangeAspect="1"/>
          </p:cNvGraphicFramePr>
          <p:nvPr/>
        </p:nvGraphicFramePr>
        <p:xfrm>
          <a:off x="6324600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584" imgH="279279" progId="Equation.3">
                  <p:embed/>
                </p:oleObj>
              </mc:Choice>
              <mc:Fallback>
                <p:oleObj name="Equation" r:id="rId10" imgW="266584" imgH="279279" progId="Equation.3">
                  <p:embed/>
                  <p:pic>
                    <p:nvPicPr>
                      <p:cNvPr id="61462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3" name="Object 38"/>
          <p:cNvGraphicFramePr>
            <a:graphicFrameLocks noChangeAspect="1"/>
          </p:cNvGraphicFramePr>
          <p:nvPr/>
        </p:nvGraphicFramePr>
        <p:xfrm>
          <a:off x="6324600" y="2895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9279" imgH="380835" progId="Equation.3">
                  <p:embed/>
                </p:oleObj>
              </mc:Choice>
              <mc:Fallback>
                <p:oleObj name="Equation" r:id="rId11" imgW="279279" imgH="380835" progId="Equation.3">
                  <p:embed/>
                  <p:pic>
                    <p:nvPicPr>
                      <p:cNvPr id="61463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895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4" name="Object 39"/>
          <p:cNvGraphicFramePr>
            <a:graphicFrameLocks noChangeAspect="1"/>
          </p:cNvGraphicFramePr>
          <p:nvPr/>
        </p:nvGraphicFramePr>
        <p:xfrm>
          <a:off x="5181600" y="2133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279" imgH="380835" progId="Equation.3">
                  <p:embed/>
                </p:oleObj>
              </mc:Choice>
              <mc:Fallback>
                <p:oleObj name="Equation" r:id="rId12" imgW="279279" imgH="380835" progId="Equation.3">
                  <p:embed/>
                  <p:pic>
                    <p:nvPicPr>
                      <p:cNvPr id="61464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133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5" name="Object 40"/>
          <p:cNvGraphicFramePr>
            <a:graphicFrameLocks noChangeAspect="1"/>
          </p:cNvGraphicFramePr>
          <p:nvPr/>
        </p:nvGraphicFramePr>
        <p:xfrm>
          <a:off x="7620000" y="1905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584" imgH="279279" progId="Equation.3">
                  <p:embed/>
                </p:oleObj>
              </mc:Choice>
              <mc:Fallback>
                <p:oleObj name="Equation" r:id="rId13" imgW="266584" imgH="279279" progId="Equation.3">
                  <p:embed/>
                  <p:pic>
                    <p:nvPicPr>
                      <p:cNvPr id="61465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905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6" name="Object 41"/>
          <p:cNvGraphicFramePr>
            <a:graphicFrameLocks noChangeAspect="1"/>
          </p:cNvGraphicFramePr>
          <p:nvPr/>
        </p:nvGraphicFramePr>
        <p:xfrm>
          <a:off x="3200400" y="3581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9100" imgH="469900" progId="Equation.3">
                  <p:embed/>
                </p:oleObj>
              </mc:Choice>
              <mc:Fallback>
                <p:oleObj name="Equation" r:id="rId14" imgW="419100" imgH="469900" progId="Equation.3">
                  <p:embed/>
                  <p:pic>
                    <p:nvPicPr>
                      <p:cNvPr id="61466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581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7" name="Object 42"/>
          <p:cNvGraphicFramePr>
            <a:graphicFrameLocks noChangeAspect="1"/>
          </p:cNvGraphicFramePr>
          <p:nvPr/>
        </p:nvGraphicFramePr>
        <p:xfrm>
          <a:off x="5194300" y="3581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93529" imgH="469696" progId="Equation.3">
                  <p:embed/>
                </p:oleObj>
              </mc:Choice>
              <mc:Fallback>
                <p:oleObj name="Equation" r:id="rId16" imgW="393529" imgH="469696" progId="Equation.3">
                  <p:embed/>
                  <p:pic>
                    <p:nvPicPr>
                      <p:cNvPr id="61467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3581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8" name="Object 43"/>
          <p:cNvGraphicFramePr>
            <a:graphicFrameLocks noChangeAspect="1"/>
          </p:cNvGraphicFramePr>
          <p:nvPr/>
        </p:nvGraphicFramePr>
        <p:xfrm>
          <a:off x="7480300" y="3581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93529" imgH="469696" progId="Equation.3">
                  <p:embed/>
                </p:oleObj>
              </mc:Choice>
              <mc:Fallback>
                <p:oleObj name="Equation" r:id="rId18" imgW="393529" imgH="469696" progId="Equation.3">
                  <p:embed/>
                  <p:pic>
                    <p:nvPicPr>
                      <p:cNvPr id="61468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0" y="3581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69" name="Object 44"/>
          <p:cNvGraphicFramePr>
            <a:graphicFrameLocks noChangeAspect="1"/>
          </p:cNvGraphicFramePr>
          <p:nvPr/>
        </p:nvGraphicFramePr>
        <p:xfrm>
          <a:off x="3200400" y="51816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19100" imgH="469900" progId="Equation.3">
                  <p:embed/>
                </p:oleObj>
              </mc:Choice>
              <mc:Fallback>
                <p:oleObj name="Equation" r:id="rId20" imgW="419100" imgH="469900" progId="Equation.3">
                  <p:embed/>
                  <p:pic>
                    <p:nvPicPr>
                      <p:cNvPr id="61469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1816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90450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3B468C66-B25D-4CCF-A646-9C6BBB8E6B98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Regular Languages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Definition: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 language      is regular if there is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FA        such that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Observation: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All languages accepted by FAs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form the family of regular languages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</a:t>
            </a:r>
          </a:p>
        </p:txBody>
      </p:sp>
      <p:graphicFrame>
        <p:nvGraphicFramePr>
          <p:cNvPr id="6246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641628"/>
              </p:ext>
            </p:extLst>
          </p:nvPr>
        </p:nvGraphicFramePr>
        <p:xfrm>
          <a:off x="2623343" y="1852023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057" imgH="393529" progId="Equation.3">
                  <p:embed/>
                </p:oleObj>
              </mc:Choice>
              <mc:Fallback>
                <p:oleObj name="Equation" r:id="rId2" imgW="330057" imgH="393529" progId="Equation.3">
                  <p:embed/>
                  <p:pic>
                    <p:nvPicPr>
                      <p:cNvPr id="6246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3343" y="1852023"/>
                        <a:ext cx="3286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838147"/>
              </p:ext>
            </p:extLst>
          </p:nvPr>
        </p:nvGraphicFramePr>
        <p:xfrm>
          <a:off x="1369423" y="2373812"/>
          <a:ext cx="54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863" imgH="393529" progId="Equation.3">
                  <p:embed/>
                </p:oleObj>
              </mc:Choice>
              <mc:Fallback>
                <p:oleObj name="Equation" r:id="rId4" imgW="545863" imgH="393529" progId="Equation.3">
                  <p:embed/>
                  <p:pic>
                    <p:nvPicPr>
                      <p:cNvPr id="6247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9423" y="2373812"/>
                        <a:ext cx="54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318475"/>
              </p:ext>
            </p:extLst>
          </p:nvPr>
        </p:nvGraphicFramePr>
        <p:xfrm>
          <a:off x="3685903" y="2371816"/>
          <a:ext cx="19939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93900" imgH="558800" progId="Equation.3">
                  <p:embed/>
                </p:oleObj>
              </mc:Choice>
              <mc:Fallback>
                <p:oleObj name="Equation" r:id="rId6" imgW="1993900" imgH="558800" progId="Equation.3">
                  <p:embed/>
                  <p:pic>
                    <p:nvPicPr>
                      <p:cNvPr id="6247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5903" y="2371816"/>
                        <a:ext cx="1993900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83372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751DF54C-77DE-46E5-A135-056E747D3495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3491" name="Object 2"/>
          <p:cNvGraphicFramePr>
            <a:graphicFrameLocks noChangeAspect="1"/>
          </p:cNvGraphicFramePr>
          <p:nvPr/>
        </p:nvGraphicFramePr>
        <p:xfrm>
          <a:off x="838200" y="1143000"/>
          <a:ext cx="137160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457200" progId="Equation.3">
                  <p:embed/>
                </p:oleObj>
              </mc:Choice>
              <mc:Fallback>
                <p:oleObj name="Equation" r:id="rId2" imgW="1117600" imgH="457200" progId="Equation.3">
                  <p:embed/>
                  <p:pic>
                    <p:nvPicPr>
                      <p:cNvPr id="6349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43000"/>
                        <a:ext cx="1371600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2" name="Object 3"/>
          <p:cNvGraphicFramePr>
            <a:graphicFrameLocks noChangeAspect="1"/>
          </p:cNvGraphicFramePr>
          <p:nvPr/>
        </p:nvGraphicFramePr>
        <p:xfrm>
          <a:off x="2819400" y="1143000"/>
          <a:ext cx="259080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57400" imgH="457200" progId="Equation.3">
                  <p:embed/>
                </p:oleObj>
              </mc:Choice>
              <mc:Fallback>
                <p:oleObj name="Equation" r:id="rId4" imgW="2057400" imgH="457200" progId="Equation.3">
                  <p:embed/>
                  <p:pic>
                    <p:nvPicPr>
                      <p:cNvPr id="6349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143000"/>
                        <a:ext cx="259080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4495800" y="1828800"/>
          <a:ext cx="228600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3100" imgH="558800" progId="Equation.3">
                  <p:embed/>
                </p:oleObj>
              </mc:Choice>
              <mc:Fallback>
                <p:oleObj name="Equation" r:id="rId6" imgW="1943100" imgH="558800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828800"/>
                        <a:ext cx="228600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533400" y="2590800"/>
            <a:ext cx="5721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</a:t>
            </a:r>
            <a:r>
              <a:rPr lang="en-US" altLang="en-US">
                <a:solidFill>
                  <a:schemeClr val="tx1"/>
                </a:solidFill>
              </a:rPr>
              <a:t>{ all strings with prefix       }</a:t>
            </a:r>
          </a:p>
        </p:txBody>
      </p:sp>
      <p:graphicFrame>
        <p:nvGraphicFramePr>
          <p:cNvPr id="63495" name="Object 7"/>
          <p:cNvGraphicFramePr>
            <a:graphicFrameLocks noChangeAspect="1"/>
          </p:cNvGraphicFramePr>
          <p:nvPr/>
        </p:nvGraphicFramePr>
        <p:xfrm>
          <a:off x="5410200" y="2667000"/>
          <a:ext cx="544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863" imgH="431613" progId="Equation.3">
                  <p:embed/>
                </p:oleObj>
              </mc:Choice>
              <mc:Fallback>
                <p:oleObj name="Equation" r:id="rId8" imgW="545863" imgH="431613" progId="Equation.3">
                  <p:embed/>
                  <p:pic>
                    <p:nvPicPr>
                      <p:cNvPr id="634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667000"/>
                        <a:ext cx="5445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Text Box 12"/>
          <p:cNvSpPr txBox="1">
            <a:spLocks noChangeArrowheads="1"/>
          </p:cNvSpPr>
          <p:nvPr/>
        </p:nvSpPr>
        <p:spPr bwMode="auto">
          <a:xfrm>
            <a:off x="622300" y="3352800"/>
            <a:ext cx="716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{ all strings without substring          }</a:t>
            </a:r>
          </a:p>
        </p:txBody>
      </p:sp>
      <p:graphicFrame>
        <p:nvGraphicFramePr>
          <p:cNvPr id="63497" name="Object 13"/>
          <p:cNvGraphicFramePr>
            <a:graphicFrameLocks noChangeAspect="1"/>
          </p:cNvGraphicFramePr>
          <p:nvPr/>
        </p:nvGraphicFramePr>
        <p:xfrm>
          <a:off x="6705600" y="3505200"/>
          <a:ext cx="698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500" imgH="368300" progId="Equation.3">
                  <p:embed/>
                </p:oleObj>
              </mc:Choice>
              <mc:Fallback>
                <p:oleObj name="Equation" r:id="rId10" imgW="698500" imgH="368300" progId="Equation.3">
                  <p:embed/>
                  <p:pic>
                    <p:nvPicPr>
                      <p:cNvPr id="634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505200"/>
                        <a:ext cx="698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8" name="Text Box 15"/>
          <p:cNvSpPr txBox="1">
            <a:spLocks noChangeArrowheads="1"/>
          </p:cNvSpPr>
          <p:nvPr/>
        </p:nvSpPr>
        <p:spPr bwMode="auto">
          <a:xfrm>
            <a:off x="288925" y="101600"/>
            <a:ext cx="6022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008000"/>
                </a:solidFill>
              </a:rPr>
              <a:t>Examples of regular languages:</a:t>
            </a:r>
          </a:p>
        </p:txBody>
      </p:sp>
      <p:sp>
        <p:nvSpPr>
          <p:cNvPr id="63499" name="Text Box 16"/>
          <p:cNvSpPr txBox="1">
            <a:spLocks noChangeArrowheads="1"/>
          </p:cNvSpPr>
          <p:nvPr/>
        </p:nvSpPr>
        <p:spPr bwMode="auto">
          <a:xfrm>
            <a:off x="580934" y="4143375"/>
            <a:ext cx="7893050" cy="117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dirty="0">
                <a:solidFill>
                  <a:srgbClr val="FF9900"/>
                </a:solidFill>
              </a:rPr>
              <a:t>There exist automata that accept these</a:t>
            </a:r>
          </a:p>
          <a:p>
            <a:r>
              <a:rPr lang="en-US" altLang="en-US" dirty="0">
                <a:solidFill>
                  <a:srgbClr val="FF9900"/>
                </a:solidFill>
              </a:rPr>
              <a:t>Languages</a:t>
            </a:r>
          </a:p>
        </p:txBody>
      </p:sp>
      <p:graphicFrame>
        <p:nvGraphicFramePr>
          <p:cNvPr id="63500" name="Object 17"/>
          <p:cNvGraphicFramePr>
            <a:graphicFrameLocks noChangeAspect="1"/>
          </p:cNvGraphicFramePr>
          <p:nvPr/>
        </p:nvGraphicFramePr>
        <p:xfrm>
          <a:off x="762000" y="1905000"/>
          <a:ext cx="34337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08300" imgH="457200" progId="Equation.3">
                  <p:embed/>
                </p:oleObj>
              </mc:Choice>
              <mc:Fallback>
                <p:oleObj name="Equation" r:id="rId12" imgW="2908300" imgH="457200" progId="Equation.3">
                  <p:embed/>
                  <p:pic>
                    <p:nvPicPr>
                      <p:cNvPr id="6350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05000"/>
                        <a:ext cx="34337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19295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8351CA4F-C84E-47BE-820D-69944CAE1B79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Text Box 2"/>
          <p:cNvSpPr txBox="1">
            <a:spLocks noChangeArrowheads="1"/>
          </p:cNvSpPr>
          <p:nvPr/>
        </p:nvSpPr>
        <p:spPr bwMode="auto">
          <a:xfrm>
            <a:off x="0" y="304800"/>
            <a:ext cx="86963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There exist languages which are </a:t>
            </a:r>
            <a:r>
              <a:rPr lang="en-US" altLang="en-US" u="sng"/>
              <a:t>not</a:t>
            </a:r>
            <a:r>
              <a:rPr lang="en-US" altLang="en-US"/>
              <a:t> Regular:</a:t>
            </a:r>
          </a:p>
        </p:txBody>
      </p:sp>
      <p:graphicFrame>
        <p:nvGraphicFramePr>
          <p:cNvPr id="64516" name="Object 3"/>
          <p:cNvGraphicFramePr>
            <a:graphicFrameLocks noChangeAspect="1"/>
          </p:cNvGraphicFramePr>
          <p:nvPr/>
        </p:nvGraphicFramePr>
        <p:xfrm>
          <a:off x="2971800" y="1524000"/>
          <a:ext cx="30162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79700" imgH="571500" progId="Equation.3">
                  <p:embed/>
                </p:oleObj>
              </mc:Choice>
              <mc:Fallback>
                <p:oleObj name="Equation" r:id="rId2" imgW="2679700" imgH="571500" progId="Equation.3">
                  <p:embed/>
                  <p:pic>
                    <p:nvPicPr>
                      <p:cNvPr id="6451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524000"/>
                        <a:ext cx="30162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Text Box 4"/>
          <p:cNvSpPr txBox="1">
            <a:spLocks noChangeArrowheads="1"/>
          </p:cNvSpPr>
          <p:nvPr/>
        </p:nvSpPr>
        <p:spPr bwMode="auto">
          <a:xfrm>
            <a:off x="0" y="2971800"/>
            <a:ext cx="854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There is no FA that accepts such a language</a:t>
            </a:r>
          </a:p>
        </p:txBody>
      </p:sp>
      <p:sp>
        <p:nvSpPr>
          <p:cNvPr id="64518" name="Text Box 5"/>
          <p:cNvSpPr txBox="1">
            <a:spLocks noChangeArrowheads="1"/>
          </p:cNvSpPr>
          <p:nvPr/>
        </p:nvSpPr>
        <p:spPr bwMode="auto">
          <a:xfrm>
            <a:off x="593725" y="4292600"/>
            <a:ext cx="7070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(we will prove this later in the class)</a:t>
            </a:r>
          </a:p>
        </p:txBody>
      </p:sp>
      <p:sp>
        <p:nvSpPr>
          <p:cNvPr id="64519" name="Text Box 6"/>
          <p:cNvSpPr txBox="1">
            <a:spLocks noChangeArrowheads="1"/>
          </p:cNvSpPr>
          <p:nvPr/>
        </p:nvSpPr>
        <p:spPr bwMode="auto">
          <a:xfrm>
            <a:off x="669925" y="1549400"/>
            <a:ext cx="1874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20641857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63197"/>
            <a:ext cx="8090346" cy="887668"/>
          </a:xfrm>
        </p:spPr>
        <p:txBody>
          <a:bodyPr/>
          <a:lstStyle/>
          <a:p>
            <a:r>
              <a:rPr lang="en-US" b="1" dirty="0"/>
              <a:t>Deterministic Finite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851" y="1306285"/>
            <a:ext cx="8603087" cy="3879669"/>
          </a:xfrm>
        </p:spPr>
        <p:txBody>
          <a:bodyPr/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Every State should have transition over every input symbol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</a:rPr>
              <a:t>There should be only One next state for each transition</a:t>
            </a:r>
          </a:p>
          <a:p>
            <a:pPr algn="just"/>
            <a:r>
              <a:rPr lang="en-US" b="1" dirty="0" err="1">
                <a:solidFill>
                  <a:srgbClr val="FF0000"/>
                </a:solidFill>
              </a:rPr>
              <a:t>DFA</a:t>
            </a:r>
            <a:r>
              <a:rPr lang="en-US" b="1" dirty="0">
                <a:solidFill>
                  <a:srgbClr val="FF0000"/>
                </a:solidFill>
              </a:rPr>
              <a:t> is defined as</a:t>
            </a:r>
          </a:p>
          <a:p>
            <a:pPr algn="just"/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42106B-26C3-41CF-B018-077A628D44AF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809561" y="3904087"/>
          <a:ext cx="38862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86200" imgH="584200" progId="Equation.3">
                  <p:embed/>
                </p:oleObj>
              </mc:Choice>
              <mc:Fallback>
                <p:oleObj name="Equation" r:id="rId2" imgW="3886200" imgH="584200" progId="Equation.3">
                  <p:embed/>
                  <p:pic>
                    <p:nvPicPr>
                      <p:cNvPr id="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9561" y="3904087"/>
                        <a:ext cx="38862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79319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09550" y="911225"/>
            <a:ext cx="8667750" cy="4418013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 dirty="0"/>
              <a:t>Design </a:t>
            </a:r>
            <a:r>
              <a:rPr lang="en-US" sz="2400" b="1" dirty="0" err="1"/>
              <a:t>DFA</a:t>
            </a:r>
            <a:r>
              <a:rPr lang="en-US" sz="2400" b="1"/>
              <a:t> that accepts language L= { w : |w| mod 3 = 0 }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 dirty="0"/>
              <a:t>over ∑ = {a, b}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Solution</a:t>
            </a: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accepted= {</a:t>
            </a:r>
            <a:r>
              <a:rPr lang="el-GR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ϵ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aaa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bbb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aba, </a:t>
            </a:r>
            <a:r>
              <a:rPr lang="en-US" sz="2400" b="1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aab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bab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aaabbb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ababab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…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rejected= {a, b,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bbaa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aaabb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…}</a:t>
            </a: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Diagram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5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" name="Line 75"/>
          <p:cNvSpPr>
            <a:spLocks noChangeShapeType="1"/>
          </p:cNvSpPr>
          <p:nvPr/>
        </p:nvSpPr>
        <p:spPr bwMode="auto">
          <a:xfrm>
            <a:off x="1252538" y="456882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6"/>
          <p:cNvSpPr>
            <a:spLocks noChangeShapeType="1"/>
          </p:cNvSpPr>
          <p:nvPr/>
        </p:nvSpPr>
        <p:spPr bwMode="auto">
          <a:xfrm flipV="1">
            <a:off x="4511675" y="4570413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80"/>
          <p:cNvSpPr>
            <a:spLocks noChangeArrowheads="1"/>
          </p:cNvSpPr>
          <p:nvPr/>
        </p:nvSpPr>
        <p:spPr bwMode="auto">
          <a:xfrm>
            <a:off x="3962400" y="43100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2" name="Object 81"/>
          <p:cNvGraphicFramePr>
            <a:graphicFrameLocks noChangeAspect="1"/>
          </p:cNvGraphicFramePr>
          <p:nvPr/>
        </p:nvGraphicFramePr>
        <p:xfrm>
          <a:off x="4046538" y="4292600"/>
          <a:ext cx="3413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4292600"/>
                        <a:ext cx="3413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13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85"/>
          <p:cNvSpPr>
            <a:spLocks noChangeShapeType="1"/>
          </p:cNvSpPr>
          <p:nvPr/>
        </p:nvSpPr>
        <p:spPr bwMode="auto">
          <a:xfrm>
            <a:off x="2692400" y="4568825"/>
            <a:ext cx="127000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" name="Object 86"/>
          <p:cNvGraphicFramePr>
            <a:graphicFrameLocks noChangeAspect="1"/>
          </p:cNvGraphicFramePr>
          <p:nvPr/>
        </p:nvGraphicFramePr>
        <p:xfrm>
          <a:off x="2792413" y="4138613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15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3" y="4138613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Freeform 12"/>
          <p:cNvSpPr>
            <a:spLocks/>
          </p:cNvSpPr>
          <p:nvPr/>
        </p:nvSpPr>
        <p:spPr bwMode="auto">
          <a:xfrm>
            <a:off x="2641600" y="48355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1" name="Object 86"/>
          <p:cNvGraphicFramePr>
            <a:graphicFrameLocks noChangeAspect="1"/>
          </p:cNvGraphicFramePr>
          <p:nvPr/>
        </p:nvGraphicFramePr>
        <p:xfrm>
          <a:off x="4770438" y="4043363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2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0438" y="4043363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6"/>
          <p:cNvGraphicFramePr>
            <a:graphicFrameLocks noChangeAspect="1"/>
          </p:cNvGraphicFramePr>
          <p:nvPr/>
        </p:nvGraphicFramePr>
        <p:xfrm>
          <a:off x="4021138" y="5018088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780" imgH="203024" progId="Equation.3">
                  <p:embed/>
                </p:oleObj>
              </mc:Choice>
              <mc:Fallback>
                <p:oleObj name="Equation" r:id="rId11" imgW="253780" imgH="203024" progId="Equation.3">
                  <p:embed/>
                  <p:pic>
                    <p:nvPicPr>
                      <p:cNvPr id="2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8088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Oval 74"/>
          <p:cNvSpPr>
            <a:spLocks noChangeArrowheads="1"/>
          </p:cNvSpPr>
          <p:nvPr/>
        </p:nvSpPr>
        <p:spPr bwMode="auto">
          <a:xfrm>
            <a:off x="1862138" y="4157663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A7AE97-BA29-46E8-A218-E5D16988D43A}" type="datetime1">
              <a:rPr lang="en-US" smtClean="0"/>
              <a:t>2/16/2023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9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 animBg="1"/>
      <p:bldP spid="9" grpId="0" animBg="1"/>
      <p:bldP spid="11" grpId="0" animBg="1"/>
      <p:bldP spid="14" grpId="0" animBg="1"/>
      <p:bldP spid="20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28688"/>
            <a:ext cx="8667750" cy="4416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Sample String :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8196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97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98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199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0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201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8201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8203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8203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8204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206" name="Object 86"/>
          <p:cNvGraphicFramePr>
            <a:graphicFrameLocks noChangeAspect="1"/>
          </p:cNvGraphicFramePr>
          <p:nvPr/>
        </p:nvGraphicFramePr>
        <p:xfrm>
          <a:off x="3014663" y="3973513"/>
          <a:ext cx="5492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820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3973513"/>
                        <a:ext cx="549275" cy="5635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7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8208" name="Object 86"/>
          <p:cNvGraphicFramePr>
            <a:graphicFrameLocks noChangeAspect="1"/>
          </p:cNvGraphicFramePr>
          <p:nvPr/>
        </p:nvGraphicFramePr>
        <p:xfrm>
          <a:off x="4567238" y="408305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8208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083050"/>
                        <a:ext cx="5508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86"/>
          <p:cNvGraphicFramePr>
            <a:graphicFrameLocks noChangeAspect="1"/>
          </p:cNvGraphicFramePr>
          <p:nvPr/>
        </p:nvGraphicFramePr>
        <p:xfrm>
          <a:off x="4021138" y="5018088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780" imgH="203024" progId="Equation.3">
                  <p:embed/>
                </p:oleObj>
              </mc:Choice>
              <mc:Fallback>
                <p:oleObj name="Equation" r:id="rId12" imgW="253780" imgH="203024" progId="Equation.3">
                  <p:embed/>
                  <p:pic>
                    <p:nvPicPr>
                      <p:cNvPr id="8209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8088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42"/>
          <p:cNvSpPr>
            <a:spLocks noChangeShapeType="1"/>
          </p:cNvSpPr>
          <p:nvPr/>
        </p:nvSpPr>
        <p:spPr bwMode="auto">
          <a:xfrm flipV="1">
            <a:off x="4310063" y="13858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C4593A-B991-4626-A8C1-2A0452F5EB75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3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28688"/>
            <a:ext cx="8667750" cy="4416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Sample String :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9220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221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222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9223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4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25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9225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6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9227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9227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9228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30" name="Object 86"/>
          <p:cNvGraphicFramePr>
            <a:graphicFrameLocks noChangeAspect="1"/>
          </p:cNvGraphicFramePr>
          <p:nvPr/>
        </p:nvGraphicFramePr>
        <p:xfrm>
          <a:off x="3162300" y="4078288"/>
          <a:ext cx="550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923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078288"/>
                        <a:ext cx="550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1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9232" name="Object 86"/>
          <p:cNvGraphicFramePr>
            <a:graphicFrameLocks noChangeAspect="1"/>
          </p:cNvGraphicFramePr>
          <p:nvPr/>
        </p:nvGraphicFramePr>
        <p:xfrm>
          <a:off x="4833938" y="393700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923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3937000"/>
                        <a:ext cx="550862" cy="5635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3" name="Object 86"/>
          <p:cNvGraphicFramePr>
            <a:graphicFrameLocks noChangeAspect="1"/>
          </p:cNvGraphicFramePr>
          <p:nvPr/>
        </p:nvGraphicFramePr>
        <p:xfrm>
          <a:off x="4021138" y="5018088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780" imgH="203024" progId="Equation.3">
                  <p:embed/>
                </p:oleObj>
              </mc:Choice>
              <mc:Fallback>
                <p:oleObj name="Equation" r:id="rId11" imgW="253780" imgH="203024" progId="Equation.3">
                  <p:embed/>
                  <p:pic>
                    <p:nvPicPr>
                      <p:cNvPr id="923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8088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4" name="Line 42"/>
          <p:cNvSpPr>
            <a:spLocks noChangeShapeType="1"/>
          </p:cNvSpPr>
          <p:nvPr/>
        </p:nvSpPr>
        <p:spPr bwMode="auto">
          <a:xfrm flipV="1">
            <a:off x="4683125" y="13731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17922F-655B-44EC-A985-7FC71BA69D02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601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28688"/>
            <a:ext cx="8667750" cy="4416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Sample String :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0244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245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246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0247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48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49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0249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0251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0251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1025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254" name="Object 86"/>
          <p:cNvGraphicFramePr>
            <a:graphicFrameLocks noChangeAspect="1"/>
          </p:cNvGraphicFramePr>
          <p:nvPr/>
        </p:nvGraphicFramePr>
        <p:xfrm>
          <a:off x="3162300" y="4078288"/>
          <a:ext cx="550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1025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078288"/>
                        <a:ext cx="550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0256" name="Object 86"/>
          <p:cNvGraphicFramePr>
            <a:graphicFrameLocks noChangeAspect="1"/>
          </p:cNvGraphicFramePr>
          <p:nvPr/>
        </p:nvGraphicFramePr>
        <p:xfrm>
          <a:off x="4567238" y="408305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1025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083050"/>
                        <a:ext cx="5508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7" name="Object 86"/>
          <p:cNvGraphicFramePr>
            <a:graphicFrameLocks noChangeAspect="1"/>
          </p:cNvGraphicFramePr>
          <p:nvPr/>
        </p:nvGraphicFramePr>
        <p:xfrm>
          <a:off x="4125913" y="491490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780" imgH="203024" progId="Equation.3">
                  <p:embed/>
                </p:oleObj>
              </mc:Choice>
              <mc:Fallback>
                <p:oleObj name="Equation" r:id="rId11" imgW="253780" imgH="203024" progId="Equation.3">
                  <p:embed/>
                  <p:pic>
                    <p:nvPicPr>
                      <p:cNvPr id="10257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913" y="4914900"/>
                        <a:ext cx="550862" cy="5635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Line 42"/>
          <p:cNvSpPr>
            <a:spLocks noChangeShapeType="1"/>
          </p:cNvSpPr>
          <p:nvPr/>
        </p:nvSpPr>
        <p:spPr bwMode="auto">
          <a:xfrm flipV="1">
            <a:off x="4953000" y="13858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1C7E08-88A7-42EE-BBFE-64AC59856714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736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1821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28688"/>
            <a:ext cx="8667750" cy="4416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Sample String :     </a:t>
            </a:r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a b</a:t>
            </a:r>
            <a:r>
              <a:rPr lang="en-US" sz="32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is accepted</a:t>
            </a:r>
          </a:p>
        </p:txBody>
      </p:sp>
      <p:sp>
        <p:nvSpPr>
          <p:cNvPr id="11268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269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270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1271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73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1273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chemeClr val="accent2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1275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1275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11276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278" name="Object 86"/>
          <p:cNvGraphicFramePr>
            <a:graphicFrameLocks noChangeAspect="1"/>
          </p:cNvGraphicFramePr>
          <p:nvPr/>
        </p:nvGraphicFramePr>
        <p:xfrm>
          <a:off x="3162300" y="4078288"/>
          <a:ext cx="550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11278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078288"/>
                        <a:ext cx="550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9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1280" name="Object 86"/>
          <p:cNvGraphicFramePr>
            <a:graphicFrameLocks noChangeAspect="1"/>
          </p:cNvGraphicFramePr>
          <p:nvPr/>
        </p:nvGraphicFramePr>
        <p:xfrm>
          <a:off x="4567238" y="408305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1128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083050"/>
                        <a:ext cx="5508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Object 86"/>
          <p:cNvGraphicFramePr>
            <a:graphicFrameLocks noChangeAspect="1"/>
          </p:cNvGraphicFramePr>
          <p:nvPr/>
        </p:nvGraphicFramePr>
        <p:xfrm>
          <a:off x="4021138" y="5018088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780" imgH="203024" progId="Equation.3">
                  <p:embed/>
                </p:oleObj>
              </mc:Choice>
              <mc:Fallback>
                <p:oleObj name="Equation" r:id="rId11" imgW="253780" imgH="203024" progId="Equation.3">
                  <p:embed/>
                  <p:pic>
                    <p:nvPicPr>
                      <p:cNvPr id="1128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8088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2" name="Line 42"/>
          <p:cNvSpPr>
            <a:spLocks noChangeShapeType="1"/>
          </p:cNvSpPr>
          <p:nvPr/>
        </p:nvSpPr>
        <p:spPr bwMode="auto">
          <a:xfrm flipV="1">
            <a:off x="5300663" y="13731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233488" y="3698875"/>
            <a:ext cx="2125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00B05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Acceptance State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65B5DB-9404-4F20-9FA4-C99A9447D258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729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28688"/>
            <a:ext cx="8667750" cy="4416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Another Sample String :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a b a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2292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2293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2294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2295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297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2297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2299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2299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1230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1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302" name="Object 86"/>
          <p:cNvGraphicFramePr>
            <a:graphicFrameLocks noChangeAspect="1"/>
          </p:cNvGraphicFramePr>
          <p:nvPr/>
        </p:nvGraphicFramePr>
        <p:xfrm>
          <a:off x="3014663" y="3973513"/>
          <a:ext cx="5492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1230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3" y="3973513"/>
                        <a:ext cx="549275" cy="5635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3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2304" name="Object 86"/>
          <p:cNvGraphicFramePr>
            <a:graphicFrameLocks noChangeAspect="1"/>
          </p:cNvGraphicFramePr>
          <p:nvPr/>
        </p:nvGraphicFramePr>
        <p:xfrm>
          <a:off x="4567238" y="408305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1230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083050"/>
                        <a:ext cx="5508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5" name="Object 86"/>
          <p:cNvGraphicFramePr>
            <a:graphicFrameLocks noChangeAspect="1"/>
          </p:cNvGraphicFramePr>
          <p:nvPr/>
        </p:nvGraphicFramePr>
        <p:xfrm>
          <a:off x="4021138" y="5018088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780" imgH="203024" progId="Equation.3">
                  <p:embed/>
                </p:oleObj>
              </mc:Choice>
              <mc:Fallback>
                <p:oleObj name="Equation" r:id="rId12" imgW="253780" imgH="203024" progId="Equation.3">
                  <p:embed/>
                  <p:pic>
                    <p:nvPicPr>
                      <p:cNvPr id="12305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8088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42"/>
          <p:cNvSpPr>
            <a:spLocks noChangeShapeType="1"/>
          </p:cNvSpPr>
          <p:nvPr/>
        </p:nvSpPr>
        <p:spPr bwMode="auto">
          <a:xfrm flipV="1">
            <a:off x="5481638" y="13731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22B5302-2790-4138-B838-C60B933E1134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8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28688"/>
            <a:ext cx="8667750" cy="4416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Another Sample String :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 a b a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3316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3317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3318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3319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21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3321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3323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3323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4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13324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26" name="Object 86"/>
          <p:cNvGraphicFramePr>
            <a:graphicFrameLocks noChangeAspect="1"/>
          </p:cNvGraphicFramePr>
          <p:nvPr/>
        </p:nvGraphicFramePr>
        <p:xfrm>
          <a:off x="3162300" y="4078288"/>
          <a:ext cx="550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1332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078288"/>
                        <a:ext cx="550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7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3328" name="Object 86"/>
          <p:cNvGraphicFramePr>
            <a:graphicFrameLocks noChangeAspect="1"/>
          </p:cNvGraphicFramePr>
          <p:nvPr/>
        </p:nvGraphicFramePr>
        <p:xfrm>
          <a:off x="4833938" y="393700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13328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3937000"/>
                        <a:ext cx="550862" cy="5635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9" name="Object 86"/>
          <p:cNvGraphicFramePr>
            <a:graphicFrameLocks noChangeAspect="1"/>
          </p:cNvGraphicFramePr>
          <p:nvPr/>
        </p:nvGraphicFramePr>
        <p:xfrm>
          <a:off x="4021138" y="5018088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780" imgH="203024" progId="Equation.3">
                  <p:embed/>
                </p:oleObj>
              </mc:Choice>
              <mc:Fallback>
                <p:oleObj name="Equation" r:id="rId11" imgW="253780" imgH="203024" progId="Equation.3">
                  <p:embed/>
                  <p:pic>
                    <p:nvPicPr>
                      <p:cNvPr id="13329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8088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Line 42"/>
          <p:cNvSpPr>
            <a:spLocks noChangeShapeType="1"/>
          </p:cNvSpPr>
          <p:nvPr/>
        </p:nvSpPr>
        <p:spPr bwMode="auto">
          <a:xfrm flipV="1">
            <a:off x="5891213" y="137318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245BA2-056B-40AE-A6E9-349C0C3BA54E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788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28688"/>
            <a:ext cx="8667750" cy="4416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Another Sample String :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a b a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4340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4341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4342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4343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45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4345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4347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4347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14348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50" name="Object 86"/>
          <p:cNvGraphicFramePr>
            <a:graphicFrameLocks noChangeAspect="1"/>
          </p:cNvGraphicFramePr>
          <p:nvPr/>
        </p:nvGraphicFramePr>
        <p:xfrm>
          <a:off x="3162300" y="4078288"/>
          <a:ext cx="550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1435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078288"/>
                        <a:ext cx="550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4352" name="Object 86"/>
          <p:cNvGraphicFramePr>
            <a:graphicFrameLocks noChangeAspect="1"/>
          </p:cNvGraphicFramePr>
          <p:nvPr/>
        </p:nvGraphicFramePr>
        <p:xfrm>
          <a:off x="4567238" y="408305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1435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083050"/>
                        <a:ext cx="5508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3" name="Object 86"/>
          <p:cNvGraphicFramePr>
            <a:graphicFrameLocks noChangeAspect="1"/>
          </p:cNvGraphicFramePr>
          <p:nvPr/>
        </p:nvGraphicFramePr>
        <p:xfrm>
          <a:off x="4125913" y="491490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780" imgH="203024" progId="Equation.3">
                  <p:embed/>
                </p:oleObj>
              </mc:Choice>
              <mc:Fallback>
                <p:oleObj name="Equation" r:id="rId11" imgW="253780" imgH="203024" progId="Equation.3">
                  <p:embed/>
                  <p:pic>
                    <p:nvPicPr>
                      <p:cNvPr id="1435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913" y="4914900"/>
                        <a:ext cx="550862" cy="5635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Line 42"/>
          <p:cNvSpPr>
            <a:spLocks noChangeShapeType="1"/>
          </p:cNvSpPr>
          <p:nvPr/>
        </p:nvSpPr>
        <p:spPr bwMode="auto">
          <a:xfrm flipV="1">
            <a:off x="6138863" y="1346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9C25352-4F75-42DD-94DA-F6DF5E53FBA8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463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2700" y="0"/>
            <a:ext cx="91313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28688"/>
            <a:ext cx="8667750" cy="4416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Another Sample String :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a b a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5365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5366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5367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9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5369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5371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5371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2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1537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3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74" name="Object 86"/>
          <p:cNvGraphicFramePr>
            <a:graphicFrameLocks noChangeAspect="1"/>
          </p:cNvGraphicFramePr>
          <p:nvPr/>
        </p:nvGraphicFramePr>
        <p:xfrm>
          <a:off x="3162300" y="4078288"/>
          <a:ext cx="550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1537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078288"/>
                        <a:ext cx="550863" cy="565150"/>
                      </a:xfrm>
                      <a:prstGeom prst="rect">
                        <a:avLst/>
                      </a:prstGeom>
                      <a:noFill/>
                      <a:ln w="127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5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5376" name="Object 86"/>
          <p:cNvGraphicFramePr>
            <a:graphicFrameLocks noChangeAspect="1"/>
          </p:cNvGraphicFramePr>
          <p:nvPr/>
        </p:nvGraphicFramePr>
        <p:xfrm>
          <a:off x="4567238" y="408305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1537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083050"/>
                        <a:ext cx="5508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7" name="Object 86"/>
          <p:cNvGraphicFramePr>
            <a:graphicFrameLocks noChangeAspect="1"/>
          </p:cNvGraphicFramePr>
          <p:nvPr/>
        </p:nvGraphicFramePr>
        <p:xfrm>
          <a:off x="4021138" y="5018088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780" imgH="203024" progId="Equation.3">
                  <p:embed/>
                </p:oleObj>
              </mc:Choice>
              <mc:Fallback>
                <p:oleObj name="Equation" r:id="rId11" imgW="253780" imgH="203024" progId="Equation.3">
                  <p:embed/>
                  <p:pic>
                    <p:nvPicPr>
                      <p:cNvPr id="15377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8088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Line 42"/>
          <p:cNvSpPr>
            <a:spLocks noChangeShapeType="1"/>
          </p:cNvSpPr>
          <p:nvPr/>
        </p:nvSpPr>
        <p:spPr bwMode="auto">
          <a:xfrm flipV="1">
            <a:off x="6486525" y="13335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E9B90DC-279B-424F-809A-E4E56D42F009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08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3363" y="903288"/>
            <a:ext cx="8667750" cy="4416425"/>
          </a:xfrm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Another Sample String :     </a:t>
            </a:r>
            <a:r>
              <a:rPr 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a b a</a:t>
            </a:r>
            <a:endParaRPr lang="en-US" sz="32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is rejected</a:t>
            </a:r>
          </a:p>
        </p:txBody>
      </p:sp>
      <p:sp>
        <p:nvSpPr>
          <p:cNvPr id="16388" name="Oval 70"/>
          <p:cNvSpPr>
            <a:spLocks noChangeArrowheads="1"/>
          </p:cNvSpPr>
          <p:nvPr/>
        </p:nvSpPr>
        <p:spPr bwMode="auto">
          <a:xfrm>
            <a:off x="2009775" y="4302125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6389" name="Oval 73"/>
          <p:cNvSpPr>
            <a:spLocks noChangeArrowheads="1"/>
          </p:cNvSpPr>
          <p:nvPr/>
        </p:nvSpPr>
        <p:spPr bwMode="auto">
          <a:xfrm>
            <a:off x="5835650" y="43021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6390" name="Oval 74"/>
          <p:cNvSpPr>
            <a:spLocks noChangeArrowheads="1"/>
          </p:cNvSpPr>
          <p:nvPr/>
        </p:nvSpPr>
        <p:spPr bwMode="auto">
          <a:xfrm>
            <a:off x="1858963" y="413385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16391" name="Line 75"/>
          <p:cNvSpPr>
            <a:spLocks noChangeShapeType="1"/>
          </p:cNvSpPr>
          <p:nvPr/>
        </p:nvSpPr>
        <p:spPr bwMode="auto">
          <a:xfrm>
            <a:off x="1249363" y="46021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Line 76"/>
          <p:cNvSpPr>
            <a:spLocks noChangeShapeType="1"/>
          </p:cNvSpPr>
          <p:nvPr/>
        </p:nvSpPr>
        <p:spPr bwMode="auto">
          <a:xfrm flipV="1">
            <a:off x="4521200" y="4568825"/>
            <a:ext cx="1347788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93" name="Object 79"/>
          <p:cNvGraphicFramePr>
            <a:graphicFrameLocks noChangeAspect="1"/>
          </p:cNvGraphicFramePr>
          <p:nvPr/>
        </p:nvGraphicFramePr>
        <p:xfrm>
          <a:off x="2085975" y="430212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6393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5" y="430212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val 80"/>
          <p:cNvSpPr>
            <a:spLocks noChangeArrowheads="1"/>
          </p:cNvSpPr>
          <p:nvPr/>
        </p:nvSpPr>
        <p:spPr bwMode="auto">
          <a:xfrm>
            <a:off x="3971925" y="4302125"/>
            <a:ext cx="533400" cy="5334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6395" name="Object 81"/>
          <p:cNvGraphicFramePr>
            <a:graphicFrameLocks noChangeAspect="1"/>
          </p:cNvGraphicFramePr>
          <p:nvPr/>
        </p:nvGraphicFramePr>
        <p:xfrm>
          <a:off x="4060825" y="4306888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6395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0825" y="4306888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84"/>
          <p:cNvGraphicFramePr>
            <a:graphicFrameLocks noChangeAspect="1"/>
          </p:cNvGraphicFramePr>
          <p:nvPr/>
        </p:nvGraphicFramePr>
        <p:xfrm>
          <a:off x="5900738" y="4278313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00" imgH="469900" progId="Equation.3">
                  <p:embed/>
                </p:oleObj>
              </mc:Choice>
              <mc:Fallback>
                <p:oleObj name="Equation" r:id="rId6" imgW="419100" imgH="469900" progId="Equation.3">
                  <p:embed/>
                  <p:pic>
                    <p:nvPicPr>
                      <p:cNvPr id="16396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4278313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7" name="Line 85"/>
          <p:cNvSpPr>
            <a:spLocks noChangeShapeType="1"/>
          </p:cNvSpPr>
          <p:nvPr/>
        </p:nvSpPr>
        <p:spPr bwMode="auto">
          <a:xfrm>
            <a:off x="2693988" y="4602163"/>
            <a:ext cx="12779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98" name="Object 86"/>
          <p:cNvGraphicFramePr>
            <a:graphicFrameLocks noChangeAspect="1"/>
          </p:cNvGraphicFramePr>
          <p:nvPr/>
        </p:nvGraphicFramePr>
        <p:xfrm>
          <a:off x="3162300" y="4078288"/>
          <a:ext cx="550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780" imgH="203024" progId="Equation.3">
                  <p:embed/>
                </p:oleObj>
              </mc:Choice>
              <mc:Fallback>
                <p:oleObj name="Equation" r:id="rId8" imgW="253780" imgH="203024" progId="Equation.3">
                  <p:embed/>
                  <p:pic>
                    <p:nvPicPr>
                      <p:cNvPr id="16398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078288"/>
                        <a:ext cx="550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Freeform 12"/>
          <p:cNvSpPr>
            <a:spLocks/>
          </p:cNvSpPr>
          <p:nvPr/>
        </p:nvSpPr>
        <p:spPr bwMode="auto">
          <a:xfrm>
            <a:off x="2589213" y="4784725"/>
            <a:ext cx="3311525" cy="685800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16400" name="Object 86"/>
          <p:cNvGraphicFramePr>
            <a:graphicFrameLocks noChangeAspect="1"/>
          </p:cNvGraphicFramePr>
          <p:nvPr/>
        </p:nvGraphicFramePr>
        <p:xfrm>
          <a:off x="4567238" y="4083050"/>
          <a:ext cx="5508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780" imgH="203024" progId="Equation.3">
                  <p:embed/>
                </p:oleObj>
              </mc:Choice>
              <mc:Fallback>
                <p:oleObj name="Equation" r:id="rId10" imgW="253780" imgH="203024" progId="Equation.3">
                  <p:embed/>
                  <p:pic>
                    <p:nvPicPr>
                      <p:cNvPr id="1640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4083050"/>
                        <a:ext cx="5508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1" name="Object 86"/>
          <p:cNvGraphicFramePr>
            <a:graphicFrameLocks noChangeAspect="1"/>
          </p:cNvGraphicFramePr>
          <p:nvPr/>
        </p:nvGraphicFramePr>
        <p:xfrm>
          <a:off x="4021138" y="5018088"/>
          <a:ext cx="550862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53780" imgH="203024" progId="Equation.3">
                  <p:embed/>
                </p:oleObj>
              </mc:Choice>
              <mc:Fallback>
                <p:oleObj name="Equation" r:id="rId11" imgW="253780" imgH="203024" progId="Equation.3">
                  <p:embed/>
                  <p:pic>
                    <p:nvPicPr>
                      <p:cNvPr id="1640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138" y="5018088"/>
                        <a:ext cx="550862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2" name="Line 42"/>
          <p:cNvSpPr>
            <a:spLocks noChangeShapeType="1"/>
          </p:cNvSpPr>
          <p:nvPr/>
        </p:nvSpPr>
        <p:spPr bwMode="auto">
          <a:xfrm flipV="1">
            <a:off x="6743700" y="1346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709988" y="3689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800">
                <a:solidFill>
                  <a:srgbClr val="00B050"/>
                </a:solidFill>
                <a:latin typeface="Comic Sans MS" panose="030F0702030302020204" pitchFamily="66" charset="0"/>
                <a:cs typeface="Arial" panose="020B0604020202020204" pitchFamily="34" charset="0"/>
              </a:rPr>
              <a:t>Rejection State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FE615C-EDA6-43C0-9F51-090718909538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9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76300" y="903288"/>
                <a:ext cx="8024813" cy="4197350"/>
              </a:xfrm>
              <a:extLs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DFA Tuples   M=(Q, </a:t>
                </a:r>
                <a:r>
                  <a:rPr lang="el-GR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q0, F)</a:t>
                </a:r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Q= {q0, q1, q4}</a:t>
                </a:r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l-GR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{a, b}</a:t>
                </a:r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= Transition function represented by Transition table</a:t>
                </a:r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q0= Initial State</a:t>
                </a:r>
              </a:p>
              <a:p>
                <a:pPr eaLnBrk="1" hangingPunct="1">
                  <a:buFont typeface="Wingdings" panose="05000000000000000000" pitchFamily="2" charset="2"/>
                  <a:buChar char="Ø"/>
                </a:pP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F= {q0} </a:t>
                </a:r>
                <a:r>
                  <a:rPr lang="en-US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 Acceptance State</a:t>
                </a:r>
                <a:endParaRPr lang="en-US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buFont typeface="Arial" panose="020B0604020202020204" pitchFamily="34" charset="0"/>
                  <a:buNone/>
                </a:pPr>
                <a:endParaRPr lang="en-US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11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6300" y="903288"/>
                <a:ext cx="8024813" cy="4197350"/>
              </a:xfrm>
              <a:blipFill rotWithShape="0">
                <a:blip r:embed="rId2"/>
                <a:stretch>
                  <a:fillRect l="-1368" t="-2467"/>
                </a:stretch>
              </a:blipFill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4D22F6-98C2-4044-A0C0-ABD378CBB080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555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DFA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1775" y="903288"/>
            <a:ext cx="8669338" cy="4197350"/>
          </a:xfrm>
          <a:ln w="12700"/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Table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11263" y="1763713"/>
          <a:ext cx="6605586" cy="3541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1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1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542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                       </a:t>
                      </a:r>
                      <a:r>
                        <a:rPr lang="el-GR" sz="2400" dirty="0">
                          <a:solidFill>
                            <a:schemeClr val="tx1"/>
                          </a:solidFill>
                        </a:rPr>
                        <a:t>Σ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           Q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 a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428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*q0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428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428"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q0*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tx1"/>
                          </a:solidFill>
                        </a:rPr>
                        <a:t>q0*</a:t>
                      </a:r>
                    </a:p>
                  </a:txBody>
                  <a:tcPr marL="91422" marR="91422">
                    <a:gradFill flip="none" rotWithShape="1"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458" name="Line 75"/>
          <p:cNvSpPr>
            <a:spLocks noChangeShapeType="1"/>
          </p:cNvSpPr>
          <p:nvPr/>
        </p:nvSpPr>
        <p:spPr bwMode="auto">
          <a:xfrm>
            <a:off x="1581150" y="30591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9F6BF6F-687E-4410-B847-02B79463E068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04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331"/>
          </a:xfrm>
        </p:spPr>
        <p:txBody>
          <a:bodyPr/>
          <a:lstStyle/>
          <a:p>
            <a:r>
              <a:rPr lang="en-US" dirty="0"/>
              <a:t>DFA Examples to be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AD5C4B8-8E8F-4686-BE45-E73AD45EB99F}" type="datetime1">
              <a:rPr lang="en-US" smtClean="0"/>
              <a:pPr>
                <a:defRPr/>
              </a:pPr>
              <a:t>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Dakhole Dipali 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4BB0F3-89EC-4F77-A72E-E640CAAA9C87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588C3A-CE20-4888-BFB1-D756D80184FD}"/>
                  </a:ext>
                </a:extLst>
              </p14:cNvPr>
              <p14:cNvContentPartPr/>
              <p14:nvPr/>
            </p14:nvContentPartPr>
            <p14:xfrm>
              <a:off x="6289200" y="4603680"/>
              <a:ext cx="1875600" cy="179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588C3A-CE20-4888-BFB1-D756D80184F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9840" y="4594320"/>
                <a:ext cx="1894320" cy="19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39795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875" y="114300"/>
            <a:ext cx="8839200" cy="609600"/>
          </a:xfrm>
        </p:spPr>
        <p:txBody>
          <a:bodyPr/>
          <a:lstStyle/>
          <a:p>
            <a:r>
              <a:rPr lang="en-US" altLang="en-US"/>
              <a:t>DFA - Starts with a , ∑={a,b}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6200" y="1219200"/>
            <a:ext cx="8839200" cy="5486400"/>
          </a:xfrm>
        </p:spPr>
        <p:txBody>
          <a:bodyPr/>
          <a:lstStyle/>
          <a:p>
            <a:r>
              <a:rPr lang="en-US" altLang="en-US"/>
              <a:t>L= { a,aa,ab,aaa,aab,aba,….}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68612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41DA7EB4-463A-4337-BCDE-B31043F4C0B6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524000" y="3048000"/>
            <a:ext cx="7620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4267200" y="2971800"/>
            <a:ext cx="8382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4419600" y="3048000"/>
            <a:ext cx="5334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9" name="Straight Arrow Connector 8"/>
          <p:cNvCxnSpPr>
            <a:cxnSpLocks noChangeShapeType="1"/>
          </p:cNvCxnSpPr>
          <p:nvPr/>
        </p:nvCxnSpPr>
        <p:spPr bwMode="auto">
          <a:xfrm>
            <a:off x="304800" y="3505200"/>
            <a:ext cx="12192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>
            <a:cxnSpLocks noChangeShapeType="1"/>
            <a:stCxn id="5" idx="6"/>
          </p:cNvCxnSpPr>
          <p:nvPr/>
        </p:nvCxnSpPr>
        <p:spPr bwMode="auto">
          <a:xfrm>
            <a:off x="2286000" y="3429000"/>
            <a:ext cx="19812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667000" y="28194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14" name="Freeform 29"/>
          <p:cNvSpPr>
            <a:spLocks/>
          </p:cNvSpPr>
          <p:nvPr/>
        </p:nvSpPr>
        <p:spPr bwMode="auto">
          <a:xfrm>
            <a:off x="4237038" y="21971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686300" y="1752600"/>
            <a:ext cx="12271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2971800" y="5029200"/>
            <a:ext cx="8382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18" name="Straight Arrow Connector 17"/>
          <p:cNvCxnSpPr>
            <a:cxnSpLocks noChangeShapeType="1"/>
            <a:endCxn id="16" idx="1"/>
          </p:cNvCxnSpPr>
          <p:nvPr/>
        </p:nvCxnSpPr>
        <p:spPr bwMode="auto">
          <a:xfrm>
            <a:off x="1905000" y="3810000"/>
            <a:ext cx="1189038" cy="13303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890713" y="4589463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20" name="Freeform 29"/>
          <p:cNvSpPr>
            <a:spLocks/>
          </p:cNvSpPr>
          <p:nvPr/>
        </p:nvSpPr>
        <p:spPr bwMode="auto">
          <a:xfrm rot="8299957">
            <a:off x="3629025" y="550703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419600" y="6096000"/>
            <a:ext cx="1219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630363" y="3057525"/>
            <a:ext cx="6858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4359275" y="3121025"/>
            <a:ext cx="6858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109913" y="5043488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206063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13" grpId="0"/>
      <p:bldP spid="15" grpId="0"/>
      <p:bldP spid="16" grpId="0" animBg="1"/>
      <p:bldP spid="19" grpId="0"/>
      <p:bldP spid="21" grpId="0"/>
      <p:bldP spid="22" grpId="0"/>
      <p:bldP spid="24" grpId="0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77289" y="177800"/>
            <a:ext cx="8839200" cy="609600"/>
          </a:xfrm>
        </p:spPr>
        <p:txBody>
          <a:bodyPr/>
          <a:lstStyle/>
          <a:p>
            <a:r>
              <a:rPr lang="en-US" altLang="en-US" dirty="0"/>
              <a:t>DFA - Starts with ab , ∑={</a:t>
            </a:r>
            <a:r>
              <a:rPr lang="en-US" altLang="en-US" dirty="0" err="1"/>
              <a:t>a,b</a:t>
            </a:r>
            <a:r>
              <a:rPr lang="en-US" altLang="en-US" dirty="0"/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486400"/>
          </a:xfrm>
        </p:spPr>
        <p:txBody>
          <a:bodyPr/>
          <a:lstStyle/>
          <a:p>
            <a:r>
              <a:rPr lang="en-US" altLang="en-US"/>
              <a:t>L= { ab,aba,abb,….}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3BD05FE-4E27-413E-AD28-4468D698EF3B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447800" y="3124200"/>
            <a:ext cx="6096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3200400" y="3048000"/>
            <a:ext cx="7620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5181600" y="3124200"/>
            <a:ext cx="8382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5334000" y="3200400"/>
            <a:ext cx="5334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838200" y="3429000"/>
            <a:ext cx="609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>
            <a:cxnSpLocks noChangeShapeType="1"/>
            <a:stCxn id="5" idx="6"/>
            <a:endCxn id="6" idx="2"/>
          </p:cNvCxnSpPr>
          <p:nvPr/>
        </p:nvCxnSpPr>
        <p:spPr bwMode="auto">
          <a:xfrm>
            <a:off x="2057400" y="3429000"/>
            <a:ext cx="1143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>
            <a:cxnSpLocks noChangeShapeType="1"/>
            <a:stCxn id="6" idx="6"/>
            <a:endCxn id="7" idx="2"/>
          </p:cNvCxnSpPr>
          <p:nvPr/>
        </p:nvCxnSpPr>
        <p:spPr bwMode="auto">
          <a:xfrm>
            <a:off x="3962400" y="3429000"/>
            <a:ext cx="12192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Freeform 29"/>
          <p:cNvSpPr>
            <a:spLocks/>
          </p:cNvSpPr>
          <p:nvPr/>
        </p:nvSpPr>
        <p:spPr bwMode="auto">
          <a:xfrm>
            <a:off x="5191125" y="231933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2209800" y="28956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343400" y="28321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851525" y="2133600"/>
            <a:ext cx="1158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2057400" y="4800600"/>
            <a:ext cx="6096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22" name="Straight Arrow Connector 21"/>
          <p:cNvCxnSpPr>
            <a:cxnSpLocks noChangeShapeType="1"/>
            <a:stCxn id="5" idx="4"/>
            <a:endCxn id="20" idx="1"/>
          </p:cNvCxnSpPr>
          <p:nvPr/>
        </p:nvCxnSpPr>
        <p:spPr bwMode="auto">
          <a:xfrm>
            <a:off x="1752600" y="3733800"/>
            <a:ext cx="393700" cy="11668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Freeform 29"/>
          <p:cNvSpPr>
            <a:spLocks/>
          </p:cNvSpPr>
          <p:nvPr/>
        </p:nvSpPr>
        <p:spPr bwMode="auto">
          <a:xfrm rot="8558306">
            <a:off x="2460625" y="5243513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3001963" y="5751513"/>
            <a:ext cx="11588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cxnSp>
        <p:nvCxnSpPr>
          <p:cNvPr id="27" name="Straight Arrow Connector 26"/>
          <p:cNvCxnSpPr>
            <a:cxnSpLocks noChangeShapeType="1"/>
            <a:endCxn id="20" idx="7"/>
          </p:cNvCxnSpPr>
          <p:nvPr/>
        </p:nvCxnSpPr>
        <p:spPr bwMode="auto">
          <a:xfrm flipH="1">
            <a:off x="2578100" y="3810000"/>
            <a:ext cx="850900" cy="10906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086100" y="4087813"/>
            <a:ext cx="609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1460500" y="3986213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1428750" y="3136900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3152775" y="3136900"/>
            <a:ext cx="6556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5311775" y="3187700"/>
            <a:ext cx="6540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2082800" y="4811713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133336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17" grpId="0"/>
      <p:bldP spid="18" grpId="0"/>
      <p:bldP spid="19" grpId="0"/>
      <p:bldP spid="20" grpId="0" animBg="1"/>
      <p:bldP spid="25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22238" y="138113"/>
            <a:ext cx="8839200" cy="609600"/>
          </a:xfrm>
        </p:spPr>
        <p:txBody>
          <a:bodyPr/>
          <a:lstStyle/>
          <a:p>
            <a:r>
              <a:rPr lang="en-US" altLang="en-US"/>
              <a:t>DFA - Starts with aa , ∑={a,b}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074738"/>
            <a:ext cx="8839200" cy="5486400"/>
          </a:xfrm>
        </p:spPr>
        <p:txBody>
          <a:bodyPr/>
          <a:lstStyle/>
          <a:p>
            <a:r>
              <a:rPr lang="en-US" altLang="en-US"/>
              <a:t>L = { aa,aab,aaba,….}</a:t>
            </a:r>
          </a:p>
          <a:p>
            <a:endParaRPr lang="en-US" altLang="en-US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DCB5F485-20F2-46A8-A670-09060E6B03AE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1371600" y="2971800"/>
            <a:ext cx="8382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3505200" y="28956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5562600" y="2895600"/>
            <a:ext cx="6858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>
            <a:off x="152400" y="3238500"/>
            <a:ext cx="12192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/>
          <p:cNvCxnSpPr>
            <a:cxnSpLocks noChangeShapeType="1"/>
            <a:stCxn id="6" idx="6"/>
          </p:cNvCxnSpPr>
          <p:nvPr/>
        </p:nvCxnSpPr>
        <p:spPr bwMode="auto">
          <a:xfrm>
            <a:off x="2209800" y="3314700"/>
            <a:ext cx="12954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>
            <a:cxnSpLocks noChangeShapeType="1"/>
            <a:stCxn id="7" idx="6"/>
          </p:cNvCxnSpPr>
          <p:nvPr/>
        </p:nvCxnSpPr>
        <p:spPr bwMode="auto">
          <a:xfrm>
            <a:off x="4191000" y="3238500"/>
            <a:ext cx="13716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5638800" y="2971800"/>
            <a:ext cx="5334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790700" y="4362450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610100" y="2641600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18" name="Freeform 29"/>
          <p:cNvSpPr>
            <a:spLocks/>
          </p:cNvSpPr>
          <p:nvPr/>
        </p:nvSpPr>
        <p:spPr bwMode="auto">
          <a:xfrm>
            <a:off x="5511800" y="216058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172200" y="1828800"/>
            <a:ext cx="800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20" name="Oval 19"/>
          <p:cNvSpPr>
            <a:spLocks noChangeArrowheads="1"/>
          </p:cNvSpPr>
          <p:nvPr/>
        </p:nvSpPr>
        <p:spPr bwMode="auto">
          <a:xfrm>
            <a:off x="3048000" y="5029200"/>
            <a:ext cx="8001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22" name="Straight Arrow Connector 21"/>
          <p:cNvCxnSpPr>
            <a:cxnSpLocks noChangeShapeType="1"/>
            <a:stCxn id="6" idx="4"/>
            <a:endCxn id="20" idx="1"/>
          </p:cNvCxnSpPr>
          <p:nvPr/>
        </p:nvCxnSpPr>
        <p:spPr bwMode="auto">
          <a:xfrm>
            <a:off x="1790700" y="3657600"/>
            <a:ext cx="1374775" cy="14938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Freeform 29"/>
          <p:cNvSpPr>
            <a:spLocks/>
          </p:cNvSpPr>
          <p:nvPr/>
        </p:nvSpPr>
        <p:spPr bwMode="auto">
          <a:xfrm rot="8114347">
            <a:off x="3790950" y="5491163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4419600" y="5448300"/>
            <a:ext cx="1092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2628900" y="2844800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cxnSp>
        <p:nvCxnSpPr>
          <p:cNvPr id="30" name="Straight Arrow Connector 29"/>
          <p:cNvCxnSpPr>
            <a:cxnSpLocks noChangeShapeType="1"/>
            <a:stCxn id="7" idx="4"/>
          </p:cNvCxnSpPr>
          <p:nvPr/>
        </p:nvCxnSpPr>
        <p:spPr bwMode="auto">
          <a:xfrm flipH="1">
            <a:off x="3587750" y="3581400"/>
            <a:ext cx="260350" cy="1447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3775075" y="4151313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1479550" y="3016250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3517900" y="2946400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5562600" y="2970213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3140075" y="5119688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3323595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 animBg="1"/>
      <p:bldP spid="15" grpId="0" animBg="1"/>
      <p:bldP spid="16" grpId="0"/>
      <p:bldP spid="17" grpId="0"/>
      <p:bldP spid="19" grpId="0"/>
      <p:bldP spid="20" grpId="0" animBg="1"/>
      <p:bldP spid="24" grpId="0"/>
      <p:bldP spid="28" grpId="0"/>
      <p:bldP spid="31" grpId="0"/>
      <p:bldP spid="32" grpId="0"/>
      <p:bldP spid="33" grpId="0"/>
      <p:bldP spid="34" grpId="0"/>
      <p:bldP spid="3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- Starts with aba , ∑={a,b}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>
          <a:xfrm>
            <a:off x="422275" y="1214438"/>
            <a:ext cx="8839200" cy="5486400"/>
          </a:xfrm>
        </p:spPr>
        <p:txBody>
          <a:bodyPr/>
          <a:lstStyle/>
          <a:p>
            <a:r>
              <a:rPr lang="en-US" altLang="en-US"/>
              <a:t>L={ aba,abaa,abab,abaaa,…}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48BF9EEB-8B55-42BA-A088-C08640B11AF6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762000" y="3124200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2743200" y="3048000"/>
            <a:ext cx="7620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4724400" y="31242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6705600" y="3048000"/>
            <a:ext cx="7620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6781800" y="3124200"/>
            <a:ext cx="5334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11" name="Straight Arrow Connector 10"/>
          <p:cNvCxnSpPr>
            <a:cxnSpLocks noChangeShapeType="1"/>
          </p:cNvCxnSpPr>
          <p:nvPr/>
        </p:nvCxnSpPr>
        <p:spPr bwMode="auto">
          <a:xfrm>
            <a:off x="304800" y="3429000"/>
            <a:ext cx="4572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>
            <a:cxnSpLocks noChangeShapeType="1"/>
            <a:stCxn id="5" idx="6"/>
            <a:endCxn id="6" idx="2"/>
          </p:cNvCxnSpPr>
          <p:nvPr/>
        </p:nvCxnSpPr>
        <p:spPr bwMode="auto">
          <a:xfrm flipV="1">
            <a:off x="1447800" y="3390900"/>
            <a:ext cx="12954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>
            <a:cxnSpLocks noChangeShapeType="1"/>
            <a:stCxn id="6" idx="6"/>
          </p:cNvCxnSpPr>
          <p:nvPr/>
        </p:nvCxnSpPr>
        <p:spPr bwMode="auto">
          <a:xfrm>
            <a:off x="3505200" y="3390900"/>
            <a:ext cx="12192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cxnSpLocks noChangeShapeType="1"/>
            <a:stCxn id="7" idx="6"/>
            <a:endCxn id="8" idx="2"/>
          </p:cNvCxnSpPr>
          <p:nvPr/>
        </p:nvCxnSpPr>
        <p:spPr bwMode="auto">
          <a:xfrm flipV="1">
            <a:off x="5410200" y="3429000"/>
            <a:ext cx="12954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Freeform 29"/>
          <p:cNvSpPr>
            <a:spLocks/>
          </p:cNvSpPr>
          <p:nvPr/>
        </p:nvSpPr>
        <p:spPr bwMode="auto">
          <a:xfrm rot="7736512">
            <a:off x="3784600" y="584358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315200" y="2057400"/>
            <a:ext cx="99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447800" y="2641600"/>
            <a:ext cx="990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733800" y="2635250"/>
            <a:ext cx="99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5699125" y="2665413"/>
            <a:ext cx="990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23" name="Oval 22"/>
          <p:cNvSpPr>
            <a:spLocks noChangeArrowheads="1"/>
          </p:cNvSpPr>
          <p:nvPr/>
        </p:nvSpPr>
        <p:spPr bwMode="auto">
          <a:xfrm>
            <a:off x="3124200" y="5334000"/>
            <a:ext cx="7620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25" name="Straight Arrow Connector 24"/>
          <p:cNvCxnSpPr>
            <a:cxnSpLocks noChangeShapeType="1"/>
            <a:endCxn id="23" idx="1"/>
          </p:cNvCxnSpPr>
          <p:nvPr/>
        </p:nvCxnSpPr>
        <p:spPr bwMode="auto">
          <a:xfrm>
            <a:off x="1104900" y="3733800"/>
            <a:ext cx="2130425" cy="17224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19200" y="4595813"/>
            <a:ext cx="876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cxnSp>
        <p:nvCxnSpPr>
          <p:cNvPr id="28" name="Straight Arrow Connector 27"/>
          <p:cNvCxnSpPr>
            <a:cxnSpLocks noChangeShapeType="1"/>
            <a:endCxn id="23" idx="0"/>
          </p:cNvCxnSpPr>
          <p:nvPr/>
        </p:nvCxnSpPr>
        <p:spPr bwMode="auto">
          <a:xfrm>
            <a:off x="3124200" y="3733800"/>
            <a:ext cx="381000" cy="1600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3429000" y="4240213"/>
            <a:ext cx="6858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cxnSp>
        <p:nvCxnSpPr>
          <p:cNvPr id="31" name="Straight Arrow Connector 30"/>
          <p:cNvCxnSpPr>
            <a:cxnSpLocks noChangeShapeType="1"/>
            <a:stCxn id="7" idx="4"/>
            <a:endCxn id="23" idx="7"/>
          </p:cNvCxnSpPr>
          <p:nvPr/>
        </p:nvCxnSpPr>
        <p:spPr bwMode="auto">
          <a:xfrm flipH="1">
            <a:off x="3775075" y="3810000"/>
            <a:ext cx="1292225" cy="16462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4567238" y="4559300"/>
            <a:ext cx="1127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33" name="Freeform 29"/>
          <p:cNvSpPr>
            <a:spLocks/>
          </p:cNvSpPr>
          <p:nvPr/>
        </p:nvSpPr>
        <p:spPr bwMode="auto">
          <a:xfrm>
            <a:off x="6796088" y="238125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4567238" y="6019800"/>
            <a:ext cx="1127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808038" y="3095625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2797175" y="3051175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4751388" y="3090863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6721475" y="3097213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3168650" y="5422900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q4</a:t>
            </a:r>
          </a:p>
        </p:txBody>
      </p:sp>
    </p:spTree>
    <p:extLst>
      <p:ext uri="{BB962C8B-B14F-4D97-AF65-F5344CB8AC3E}">
        <p14:creationId xmlns:p14="http://schemas.microsoft.com/office/powerpoint/2010/main" val="280796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9" grpId="0"/>
      <p:bldP spid="20" grpId="0"/>
      <p:bldP spid="21" grpId="0"/>
      <p:bldP spid="22" grpId="0"/>
      <p:bldP spid="23" grpId="0" animBg="1"/>
      <p:bldP spid="26" grpId="0"/>
      <p:bldP spid="29" grpId="0"/>
      <p:bldP spid="32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- Starts with 101 , ∑={0,1}</a:t>
            </a:r>
          </a:p>
        </p:txBody>
      </p:sp>
      <p:sp>
        <p:nvSpPr>
          <p:cNvPr id="7373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80943E5E-A33D-45C6-B7BA-752EE91FDAD4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L={ 101,1010,1011,101101,…}</a:t>
            </a:r>
          </a:p>
        </p:txBody>
      </p:sp>
      <p:sp>
        <p:nvSpPr>
          <p:cNvPr id="73733" name="Content Placeholder 2"/>
          <p:cNvSpPr txBox="1">
            <a:spLocks/>
          </p:cNvSpPr>
          <p:nvPr/>
        </p:nvSpPr>
        <p:spPr bwMode="auto">
          <a:xfrm>
            <a:off x="422275" y="1214438"/>
            <a:ext cx="8839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73734" name="Slide Number Placeholder 3"/>
          <p:cNvSpPr txBox="1">
            <a:spLocks/>
          </p:cNvSpPr>
          <p:nvPr/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</a:pPr>
            <a:fld id="{9F097629-2668-46B4-97E9-C72154C16DF7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78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762000" y="3124200"/>
            <a:ext cx="6858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1" name="Oval 40"/>
          <p:cNvSpPr>
            <a:spLocks noChangeArrowheads="1"/>
          </p:cNvSpPr>
          <p:nvPr/>
        </p:nvSpPr>
        <p:spPr bwMode="auto">
          <a:xfrm>
            <a:off x="2743200" y="3048000"/>
            <a:ext cx="7620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2" name="Oval 41"/>
          <p:cNvSpPr>
            <a:spLocks noChangeArrowheads="1"/>
          </p:cNvSpPr>
          <p:nvPr/>
        </p:nvSpPr>
        <p:spPr bwMode="auto">
          <a:xfrm>
            <a:off x="4724400" y="31242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3" name="Oval 42"/>
          <p:cNvSpPr>
            <a:spLocks noChangeArrowheads="1"/>
          </p:cNvSpPr>
          <p:nvPr/>
        </p:nvSpPr>
        <p:spPr bwMode="auto">
          <a:xfrm>
            <a:off x="6705600" y="3048000"/>
            <a:ext cx="7620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44" name="Oval 43"/>
          <p:cNvSpPr>
            <a:spLocks noChangeArrowheads="1"/>
          </p:cNvSpPr>
          <p:nvPr/>
        </p:nvSpPr>
        <p:spPr bwMode="auto">
          <a:xfrm>
            <a:off x="6781800" y="3124200"/>
            <a:ext cx="533400" cy="609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45" name="Straight Arrow Connector 44"/>
          <p:cNvCxnSpPr>
            <a:cxnSpLocks noChangeShapeType="1"/>
          </p:cNvCxnSpPr>
          <p:nvPr/>
        </p:nvCxnSpPr>
        <p:spPr bwMode="auto">
          <a:xfrm>
            <a:off x="304800" y="3429000"/>
            <a:ext cx="4572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/>
          <p:cNvCxnSpPr>
            <a:cxnSpLocks noChangeShapeType="1"/>
            <a:stCxn id="40" idx="6"/>
            <a:endCxn id="41" idx="2"/>
          </p:cNvCxnSpPr>
          <p:nvPr/>
        </p:nvCxnSpPr>
        <p:spPr bwMode="auto">
          <a:xfrm flipV="1">
            <a:off x="1447800" y="3390900"/>
            <a:ext cx="12954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Straight Arrow Connector 46"/>
          <p:cNvCxnSpPr>
            <a:cxnSpLocks noChangeShapeType="1"/>
            <a:stCxn id="41" idx="6"/>
          </p:cNvCxnSpPr>
          <p:nvPr/>
        </p:nvCxnSpPr>
        <p:spPr bwMode="auto">
          <a:xfrm>
            <a:off x="3505200" y="3390900"/>
            <a:ext cx="12192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" name="Straight Arrow Connector 47"/>
          <p:cNvCxnSpPr>
            <a:cxnSpLocks noChangeShapeType="1"/>
            <a:stCxn id="42" idx="6"/>
            <a:endCxn id="43" idx="2"/>
          </p:cNvCxnSpPr>
          <p:nvPr/>
        </p:nvCxnSpPr>
        <p:spPr bwMode="auto">
          <a:xfrm flipV="1">
            <a:off x="5410200" y="3429000"/>
            <a:ext cx="12954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9" name="Freeform 29"/>
          <p:cNvSpPr>
            <a:spLocks/>
          </p:cNvSpPr>
          <p:nvPr/>
        </p:nvSpPr>
        <p:spPr bwMode="auto">
          <a:xfrm rot="7736512">
            <a:off x="3784600" y="584358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7315200" y="2057400"/>
            <a:ext cx="99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0,1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1447800" y="2641600"/>
            <a:ext cx="990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5699125" y="2665413"/>
            <a:ext cx="990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54" name="Oval 53"/>
          <p:cNvSpPr>
            <a:spLocks noChangeArrowheads="1"/>
          </p:cNvSpPr>
          <p:nvPr/>
        </p:nvSpPr>
        <p:spPr bwMode="auto">
          <a:xfrm>
            <a:off x="3124200" y="5334000"/>
            <a:ext cx="7620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55" name="Straight Arrow Connector 54"/>
          <p:cNvCxnSpPr>
            <a:cxnSpLocks noChangeShapeType="1"/>
            <a:endCxn id="54" idx="1"/>
          </p:cNvCxnSpPr>
          <p:nvPr/>
        </p:nvCxnSpPr>
        <p:spPr bwMode="auto">
          <a:xfrm>
            <a:off x="1104900" y="3733800"/>
            <a:ext cx="2130425" cy="17224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TextBox 55"/>
          <p:cNvSpPr txBox="1">
            <a:spLocks noChangeArrowheads="1"/>
          </p:cNvSpPr>
          <p:nvPr/>
        </p:nvSpPr>
        <p:spPr bwMode="auto">
          <a:xfrm>
            <a:off x="1219200" y="4595813"/>
            <a:ext cx="876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cxnSp>
        <p:nvCxnSpPr>
          <p:cNvPr id="57" name="Straight Arrow Connector 56"/>
          <p:cNvCxnSpPr>
            <a:cxnSpLocks noChangeShapeType="1"/>
            <a:endCxn id="54" idx="0"/>
          </p:cNvCxnSpPr>
          <p:nvPr/>
        </p:nvCxnSpPr>
        <p:spPr bwMode="auto">
          <a:xfrm>
            <a:off x="3124200" y="3733800"/>
            <a:ext cx="381000" cy="1600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3429000" y="4240213"/>
            <a:ext cx="6858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cxnSp>
        <p:nvCxnSpPr>
          <p:cNvPr id="59" name="Straight Arrow Connector 58"/>
          <p:cNvCxnSpPr>
            <a:cxnSpLocks noChangeShapeType="1"/>
            <a:stCxn id="42" idx="4"/>
            <a:endCxn id="54" idx="7"/>
          </p:cNvCxnSpPr>
          <p:nvPr/>
        </p:nvCxnSpPr>
        <p:spPr bwMode="auto">
          <a:xfrm flipH="1">
            <a:off x="3775075" y="3810000"/>
            <a:ext cx="1292225" cy="16462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4567238" y="4559300"/>
            <a:ext cx="1127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61" name="Freeform 29"/>
          <p:cNvSpPr>
            <a:spLocks/>
          </p:cNvSpPr>
          <p:nvPr/>
        </p:nvSpPr>
        <p:spPr bwMode="auto">
          <a:xfrm>
            <a:off x="6807200" y="237648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4567238" y="6019800"/>
            <a:ext cx="1127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0,1</a:t>
            </a: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808038" y="3095625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64" name="TextBox 63"/>
          <p:cNvSpPr txBox="1">
            <a:spLocks noChangeArrowheads="1"/>
          </p:cNvSpPr>
          <p:nvPr/>
        </p:nvSpPr>
        <p:spPr bwMode="auto">
          <a:xfrm>
            <a:off x="2797175" y="3051175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65" name="TextBox 64"/>
          <p:cNvSpPr txBox="1">
            <a:spLocks noChangeArrowheads="1"/>
          </p:cNvSpPr>
          <p:nvPr/>
        </p:nvSpPr>
        <p:spPr bwMode="auto">
          <a:xfrm>
            <a:off x="4751388" y="3090863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66" name="TextBox 65"/>
          <p:cNvSpPr txBox="1">
            <a:spLocks noChangeArrowheads="1"/>
          </p:cNvSpPr>
          <p:nvPr/>
        </p:nvSpPr>
        <p:spPr bwMode="auto">
          <a:xfrm>
            <a:off x="6721475" y="3097213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3168650" y="5422900"/>
            <a:ext cx="65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q4</a:t>
            </a:r>
          </a:p>
        </p:txBody>
      </p:sp>
    </p:spTree>
    <p:extLst>
      <p:ext uri="{BB962C8B-B14F-4D97-AF65-F5344CB8AC3E}">
        <p14:creationId xmlns:p14="http://schemas.microsoft.com/office/powerpoint/2010/main" val="384447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 animBg="1"/>
      <p:bldP spid="43" grpId="0" animBg="1"/>
      <p:bldP spid="44" grpId="0" animBg="1"/>
      <p:bldP spid="50" grpId="0"/>
      <p:bldP spid="51" grpId="0"/>
      <p:bldP spid="53" grpId="0"/>
      <p:bldP spid="54" grpId="0" animBg="1"/>
      <p:bldP spid="56" grpId="0"/>
      <p:bldP spid="58" grpId="0"/>
      <p:bldP spid="60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Ends with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L={a,aa,ba,aaa,aba,…}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AA089651-6962-4B5F-9C3F-9790BD73EA7C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2212975" y="2895600"/>
            <a:ext cx="8382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5181600" y="2819400"/>
            <a:ext cx="9906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" name="Straight Arrow Connector 7"/>
          <p:cNvCxnSpPr>
            <a:cxnSpLocks noChangeShapeType="1"/>
          </p:cNvCxnSpPr>
          <p:nvPr/>
        </p:nvCxnSpPr>
        <p:spPr bwMode="auto">
          <a:xfrm>
            <a:off x="609600" y="3200400"/>
            <a:ext cx="16383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cxnSpLocks noChangeShapeType="1"/>
            <a:stCxn id="5" idx="6"/>
            <a:endCxn id="6" idx="2"/>
          </p:cNvCxnSpPr>
          <p:nvPr/>
        </p:nvCxnSpPr>
        <p:spPr bwMode="auto">
          <a:xfrm flipV="1">
            <a:off x="3051175" y="3200400"/>
            <a:ext cx="2130425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5334000" y="2895600"/>
            <a:ext cx="6858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3657600" y="2667000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13" name="Freeform 29"/>
          <p:cNvSpPr>
            <a:spLocks/>
          </p:cNvSpPr>
          <p:nvPr/>
        </p:nvSpPr>
        <p:spPr bwMode="auto">
          <a:xfrm>
            <a:off x="2244725" y="207645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816225" y="1690688"/>
            <a:ext cx="9302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15" name="Freeform 29"/>
          <p:cNvSpPr>
            <a:spLocks/>
          </p:cNvSpPr>
          <p:nvPr/>
        </p:nvSpPr>
        <p:spPr bwMode="auto">
          <a:xfrm>
            <a:off x="5359400" y="20447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872163" y="1676400"/>
            <a:ext cx="928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cxnSp>
        <p:nvCxnSpPr>
          <p:cNvPr id="42" name="Straight Arrow Connector 41"/>
          <p:cNvCxnSpPr>
            <a:cxnSpLocks noChangeShapeType="1"/>
          </p:cNvCxnSpPr>
          <p:nvPr/>
        </p:nvCxnSpPr>
        <p:spPr bwMode="auto">
          <a:xfrm flipH="1">
            <a:off x="2816225" y="3619500"/>
            <a:ext cx="2759075" cy="25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3657600" y="3962400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2262188" y="2946400"/>
            <a:ext cx="8048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5364163" y="2827338"/>
            <a:ext cx="8048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642499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 animBg="1"/>
      <p:bldP spid="6" grpId="0" animBg="1"/>
      <p:bldP spid="11" grpId="0" animBg="1"/>
      <p:bldP spid="12" grpId="0"/>
      <p:bldP spid="14" grpId="0"/>
      <p:bldP spid="16" grpId="0"/>
      <p:bldP spid="45" grpId="0"/>
      <p:bldP spid="46" grpId="0"/>
      <p:bldP spid="4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blipFill rotWithShape="0">
            <a:blip r:embed="rId2"/>
            <a:stretch>
              <a:fillRect t="-18000" b="-40000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-63500" y="914400"/>
            <a:ext cx="8839200" cy="5486400"/>
          </a:xfrm>
        </p:spPr>
        <p:txBody>
          <a:bodyPr/>
          <a:lstStyle/>
          <a:p>
            <a:r>
              <a:rPr lang="en-US" altLang="en-US"/>
              <a:t>L={ 1,01,11,…}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03B975D3-5049-4B49-AE1B-33D9ADF16F51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1" name="Oval 4"/>
          <p:cNvSpPr>
            <a:spLocks noChangeArrowheads="1"/>
          </p:cNvSpPr>
          <p:nvPr/>
        </p:nvSpPr>
        <p:spPr bwMode="auto">
          <a:xfrm>
            <a:off x="1219200" y="2819400"/>
            <a:ext cx="7620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5782" name="Oval 5"/>
          <p:cNvSpPr>
            <a:spLocks noChangeArrowheads="1"/>
          </p:cNvSpPr>
          <p:nvPr/>
        </p:nvSpPr>
        <p:spPr bwMode="auto">
          <a:xfrm>
            <a:off x="3581400" y="2743200"/>
            <a:ext cx="914400" cy="990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75783" name="Straight Arrow Connector 7"/>
          <p:cNvCxnSpPr>
            <a:cxnSpLocks noChangeShapeType="1"/>
          </p:cNvCxnSpPr>
          <p:nvPr/>
        </p:nvCxnSpPr>
        <p:spPr bwMode="auto">
          <a:xfrm>
            <a:off x="152400" y="3276600"/>
            <a:ext cx="1066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784" name="Straight Arrow Connector 9"/>
          <p:cNvCxnSpPr>
            <a:cxnSpLocks noChangeShapeType="1"/>
            <a:stCxn id="75781" idx="6"/>
            <a:endCxn id="75782" idx="2"/>
          </p:cNvCxnSpPr>
          <p:nvPr/>
        </p:nvCxnSpPr>
        <p:spPr bwMode="auto">
          <a:xfrm>
            <a:off x="1981200" y="3238500"/>
            <a:ext cx="16002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785" name="TextBox 10"/>
          <p:cNvSpPr txBox="1">
            <a:spLocks noChangeArrowheads="1"/>
          </p:cNvSpPr>
          <p:nvPr/>
        </p:nvSpPr>
        <p:spPr bwMode="auto">
          <a:xfrm>
            <a:off x="2209800" y="2590800"/>
            <a:ext cx="99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12" name="Freeform 29"/>
          <p:cNvSpPr>
            <a:spLocks/>
          </p:cNvSpPr>
          <p:nvPr/>
        </p:nvSpPr>
        <p:spPr bwMode="auto">
          <a:xfrm>
            <a:off x="1104900" y="211455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87" name="TextBox 12"/>
          <p:cNvSpPr txBox="1">
            <a:spLocks noChangeArrowheads="1"/>
          </p:cNvSpPr>
          <p:nvPr/>
        </p:nvSpPr>
        <p:spPr bwMode="auto">
          <a:xfrm>
            <a:off x="1295400" y="1658938"/>
            <a:ext cx="609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75788" name="Oval 13"/>
          <p:cNvSpPr>
            <a:spLocks noChangeArrowheads="1"/>
          </p:cNvSpPr>
          <p:nvPr/>
        </p:nvSpPr>
        <p:spPr bwMode="auto">
          <a:xfrm>
            <a:off x="3733800" y="2965450"/>
            <a:ext cx="533400" cy="53975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" name="Freeform 29"/>
          <p:cNvSpPr>
            <a:spLocks/>
          </p:cNvSpPr>
          <p:nvPr/>
        </p:nvSpPr>
        <p:spPr bwMode="auto">
          <a:xfrm>
            <a:off x="3603625" y="19685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790" name="TextBox 15"/>
          <p:cNvSpPr txBox="1">
            <a:spLocks noChangeArrowheads="1"/>
          </p:cNvSpPr>
          <p:nvPr/>
        </p:nvSpPr>
        <p:spPr bwMode="auto">
          <a:xfrm>
            <a:off x="4076700" y="1600200"/>
            <a:ext cx="99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17" name="Arc 16"/>
          <p:cNvSpPr/>
          <p:nvPr/>
        </p:nvSpPr>
        <p:spPr bwMode="auto">
          <a:xfrm rot="10054515">
            <a:off x="1360488" y="2287588"/>
            <a:ext cx="3557587" cy="1773237"/>
          </a:xfrm>
          <a:prstGeom prst="arc">
            <a:avLst>
              <a:gd name="adj1" fmla="val 13589205"/>
              <a:gd name="adj2" fmla="val 104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5792" name="TextBox 17"/>
          <p:cNvSpPr txBox="1">
            <a:spLocks noChangeArrowheads="1"/>
          </p:cNvSpPr>
          <p:nvPr/>
        </p:nvSpPr>
        <p:spPr bwMode="auto">
          <a:xfrm>
            <a:off x="2209800" y="4422775"/>
            <a:ext cx="1219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75793" name="TextBox 18"/>
          <p:cNvSpPr txBox="1">
            <a:spLocks noChangeArrowheads="1"/>
          </p:cNvSpPr>
          <p:nvPr/>
        </p:nvSpPr>
        <p:spPr bwMode="auto">
          <a:xfrm>
            <a:off x="1308100" y="2930525"/>
            <a:ext cx="838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75794" name="TextBox 19"/>
          <p:cNvSpPr txBox="1">
            <a:spLocks noChangeArrowheads="1"/>
          </p:cNvSpPr>
          <p:nvPr/>
        </p:nvSpPr>
        <p:spPr bwMode="auto">
          <a:xfrm>
            <a:off x="3721100" y="2944813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426154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Ends with 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600" y="766763"/>
            <a:ext cx="8839200" cy="5486400"/>
          </a:xfrm>
        </p:spPr>
        <p:txBody>
          <a:bodyPr/>
          <a:lstStyle/>
          <a:p>
            <a:r>
              <a:rPr lang="en-US" altLang="en-US"/>
              <a:t>L={ab,aab,bab,aaab,bbbbab,abab,…}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8C40AD15-24ED-4231-B439-3D78A3B47206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4495800" y="2895600"/>
            <a:ext cx="8382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6827838" y="2744788"/>
            <a:ext cx="1143000" cy="836612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" name="Straight Arrow Connector 7"/>
          <p:cNvCxnSpPr>
            <a:cxnSpLocks noChangeShapeType="1"/>
            <a:endCxn id="13" idx="2"/>
          </p:cNvCxnSpPr>
          <p:nvPr/>
        </p:nvCxnSpPr>
        <p:spPr bwMode="auto">
          <a:xfrm flipV="1">
            <a:off x="609600" y="3182938"/>
            <a:ext cx="1790700" cy="174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/>
          <p:cNvCxnSpPr>
            <a:cxnSpLocks noChangeShapeType="1"/>
            <a:stCxn id="5" idx="6"/>
          </p:cNvCxnSpPr>
          <p:nvPr/>
        </p:nvCxnSpPr>
        <p:spPr bwMode="auto">
          <a:xfrm flipV="1">
            <a:off x="5334000" y="3181350"/>
            <a:ext cx="1604963" cy="571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7091363" y="2859088"/>
            <a:ext cx="6858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6810" name="TextBox 11"/>
          <p:cNvSpPr txBox="1">
            <a:spLocks noChangeArrowheads="1"/>
          </p:cNvSpPr>
          <p:nvPr/>
        </p:nvSpPr>
        <p:spPr bwMode="auto">
          <a:xfrm>
            <a:off x="3657600" y="2667000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2400300" y="2859088"/>
            <a:ext cx="762000" cy="6477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16" name="Straight Arrow Connector 15"/>
          <p:cNvCxnSpPr>
            <a:cxnSpLocks noChangeShapeType="1"/>
            <a:stCxn id="13" idx="6"/>
          </p:cNvCxnSpPr>
          <p:nvPr/>
        </p:nvCxnSpPr>
        <p:spPr bwMode="auto">
          <a:xfrm flipV="1">
            <a:off x="3162300" y="3175000"/>
            <a:ext cx="1298575" cy="79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5876925" y="2590800"/>
            <a:ext cx="1009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24" name="Arc 23"/>
          <p:cNvSpPr/>
          <p:nvPr/>
        </p:nvSpPr>
        <p:spPr bwMode="auto">
          <a:xfrm rot="9417473">
            <a:off x="5011738" y="1593850"/>
            <a:ext cx="4256087" cy="1985963"/>
          </a:xfrm>
          <a:prstGeom prst="arc">
            <a:avLst>
              <a:gd name="adj1" fmla="val 16535139"/>
              <a:gd name="adj2" fmla="val 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2435225" y="2881313"/>
            <a:ext cx="8064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606925" y="2881313"/>
            <a:ext cx="8064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7077075" y="2805113"/>
            <a:ext cx="8048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657600" y="2668588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5951538" y="3297238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30" name="Arc 29"/>
          <p:cNvSpPr/>
          <p:nvPr/>
        </p:nvSpPr>
        <p:spPr bwMode="auto">
          <a:xfrm rot="9257943">
            <a:off x="2716213" y="7938"/>
            <a:ext cx="9620250" cy="3489325"/>
          </a:xfrm>
          <a:prstGeom prst="arc">
            <a:avLst>
              <a:gd name="adj1" fmla="val 17481540"/>
              <a:gd name="adj2" fmla="val 23223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4945063" y="4398963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33" name="Freeform 29"/>
          <p:cNvSpPr>
            <a:spLocks/>
          </p:cNvSpPr>
          <p:nvPr/>
        </p:nvSpPr>
        <p:spPr bwMode="auto">
          <a:xfrm>
            <a:off x="2347913" y="21082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816225" y="1690688"/>
            <a:ext cx="9302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35" name="Freeform 29"/>
          <p:cNvSpPr>
            <a:spLocks/>
          </p:cNvSpPr>
          <p:nvPr/>
        </p:nvSpPr>
        <p:spPr bwMode="auto">
          <a:xfrm>
            <a:off x="4521200" y="2135188"/>
            <a:ext cx="660400" cy="833437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921250" y="1606550"/>
            <a:ext cx="930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14385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 animBg="1"/>
      <p:bldP spid="6" grpId="0" animBg="1"/>
      <p:bldP spid="11" grpId="0" animBg="1"/>
      <p:bldP spid="13" grpId="0" animBg="1"/>
      <p:bldP spid="17" grpId="0"/>
      <p:bldP spid="25" grpId="0"/>
      <p:bldP spid="26" grpId="0"/>
      <p:bldP spid="27" grpId="0"/>
      <p:bldP spid="28" grpId="0"/>
      <p:bldP spid="29" grpId="0"/>
      <p:bldP spid="32" grpId="0"/>
      <p:bldP spid="34" grpId="0"/>
      <p:bldP spid="36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Ending with bab</a:t>
            </a:r>
          </a:p>
        </p:txBody>
      </p:sp>
      <p:sp>
        <p:nvSpPr>
          <p:cNvPr id="7782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C6E0055-6945-4E41-AB7F-3364D0E56C65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4175" y="1233488"/>
            <a:ext cx="88392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r">
              <a:spcBef>
                <a:spcPct val="0"/>
              </a:spcBef>
            </a:pPr>
            <a:fld id="{CB1EA3DB-0397-48DA-8C6D-E3A305F680C4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</a:pPr>
              <a:t>82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4495800" y="2895600"/>
            <a:ext cx="8382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6865938" y="2744788"/>
            <a:ext cx="1144587" cy="836612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10" name="Straight Arrow Connector 9"/>
          <p:cNvCxnSpPr>
            <a:cxnSpLocks noChangeShapeType="1"/>
            <a:endCxn id="14" idx="2"/>
          </p:cNvCxnSpPr>
          <p:nvPr/>
        </p:nvCxnSpPr>
        <p:spPr bwMode="auto">
          <a:xfrm>
            <a:off x="1752600" y="3175000"/>
            <a:ext cx="647700" cy="79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cxnSpLocks noChangeShapeType="1"/>
            <a:stCxn id="8" idx="6"/>
          </p:cNvCxnSpPr>
          <p:nvPr/>
        </p:nvCxnSpPr>
        <p:spPr bwMode="auto">
          <a:xfrm flipV="1">
            <a:off x="5334000" y="3181350"/>
            <a:ext cx="1604963" cy="571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7091363" y="2859088"/>
            <a:ext cx="6858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7835" name="TextBox 12"/>
          <p:cNvSpPr txBox="1">
            <a:spLocks noChangeArrowheads="1"/>
          </p:cNvSpPr>
          <p:nvPr/>
        </p:nvSpPr>
        <p:spPr bwMode="auto">
          <a:xfrm>
            <a:off x="3657600" y="2667000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14" name="Oval 13"/>
          <p:cNvSpPr>
            <a:spLocks noChangeArrowheads="1"/>
          </p:cNvSpPr>
          <p:nvPr/>
        </p:nvSpPr>
        <p:spPr bwMode="auto">
          <a:xfrm>
            <a:off x="2400300" y="2859088"/>
            <a:ext cx="762000" cy="6477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15" name="Straight Arrow Connector 14"/>
          <p:cNvCxnSpPr>
            <a:cxnSpLocks noChangeShapeType="1"/>
            <a:stCxn id="14" idx="6"/>
          </p:cNvCxnSpPr>
          <p:nvPr/>
        </p:nvCxnSpPr>
        <p:spPr bwMode="auto">
          <a:xfrm flipV="1">
            <a:off x="3162300" y="3175000"/>
            <a:ext cx="1298575" cy="79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876925" y="2590800"/>
            <a:ext cx="1009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435225" y="2881313"/>
            <a:ext cx="8064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606925" y="2881313"/>
            <a:ext cx="8064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077075" y="2805113"/>
            <a:ext cx="8048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657600" y="2668588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2447925" y="4594225"/>
            <a:ext cx="9144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23" name="Arc 22"/>
          <p:cNvSpPr/>
          <p:nvPr/>
        </p:nvSpPr>
        <p:spPr bwMode="auto">
          <a:xfrm rot="8283004">
            <a:off x="-20638" y="-1058863"/>
            <a:ext cx="10507663" cy="4003676"/>
          </a:xfrm>
          <a:prstGeom prst="arc">
            <a:avLst>
              <a:gd name="adj1" fmla="val 18866490"/>
              <a:gd name="adj2" fmla="val 59986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5632450" y="1042988"/>
            <a:ext cx="10080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25" name="Freeform 29"/>
          <p:cNvSpPr>
            <a:spLocks/>
          </p:cNvSpPr>
          <p:nvPr/>
        </p:nvSpPr>
        <p:spPr bwMode="auto">
          <a:xfrm>
            <a:off x="2347913" y="21082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822575" y="1690688"/>
            <a:ext cx="9286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77848" name="Oval 29"/>
          <p:cNvSpPr>
            <a:spLocks noChangeArrowheads="1"/>
          </p:cNvSpPr>
          <p:nvPr/>
        </p:nvSpPr>
        <p:spPr bwMode="auto">
          <a:xfrm>
            <a:off x="914400" y="2744788"/>
            <a:ext cx="8382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77849" name="Straight Arrow Connector 31"/>
          <p:cNvCxnSpPr>
            <a:cxnSpLocks noChangeShapeType="1"/>
            <a:endCxn id="77848" idx="2"/>
          </p:cNvCxnSpPr>
          <p:nvPr/>
        </p:nvCxnSpPr>
        <p:spPr bwMode="auto">
          <a:xfrm>
            <a:off x="360363" y="3097213"/>
            <a:ext cx="554037" cy="285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973138" y="2744788"/>
            <a:ext cx="8048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874838" y="2643188"/>
            <a:ext cx="1008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59" name="Arc 58"/>
          <p:cNvSpPr/>
          <p:nvPr/>
        </p:nvSpPr>
        <p:spPr bwMode="auto">
          <a:xfrm rot="15719713" flipV="1">
            <a:off x="4577557" y="105569"/>
            <a:ext cx="1570037" cy="4752975"/>
          </a:xfrm>
          <a:prstGeom prst="arc">
            <a:avLst>
              <a:gd name="adj1" fmla="val 15102944"/>
              <a:gd name="adj2" fmla="val 570589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60" name="Freeform 29"/>
          <p:cNvSpPr>
            <a:spLocks/>
          </p:cNvSpPr>
          <p:nvPr/>
        </p:nvSpPr>
        <p:spPr bwMode="auto">
          <a:xfrm>
            <a:off x="862013" y="1935163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1008063" y="1455738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33" name="Arc 32"/>
          <p:cNvSpPr/>
          <p:nvPr/>
        </p:nvSpPr>
        <p:spPr bwMode="auto">
          <a:xfrm rot="8283004">
            <a:off x="-366713" y="-715963"/>
            <a:ext cx="11258551" cy="4471988"/>
          </a:xfrm>
          <a:prstGeom prst="arc">
            <a:avLst>
              <a:gd name="adj1" fmla="val 15671640"/>
              <a:gd name="adj2" fmla="val 106267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5678488" y="3876675"/>
            <a:ext cx="9144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68727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/>
      <p:bldP spid="8" grpId="0" animBg="1"/>
      <p:bldP spid="9" grpId="0" animBg="1"/>
      <p:bldP spid="12" grpId="0" animBg="1"/>
      <p:bldP spid="14" grpId="0" animBg="1"/>
      <p:bldP spid="16" grpId="0"/>
      <p:bldP spid="18" grpId="0"/>
      <p:bldP spid="19" grpId="0"/>
      <p:bldP spid="20" grpId="0"/>
      <p:bldP spid="21" grpId="0"/>
      <p:bldP spid="22" grpId="0"/>
      <p:bldP spid="24" grpId="0"/>
      <p:bldP spid="26" grpId="0"/>
      <p:bldP spid="57" grpId="0"/>
      <p:bldP spid="58" grpId="0"/>
      <p:bldP spid="62" grpId="0"/>
      <p:bldP spid="34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>
          <a:xfrm>
            <a:off x="417059" y="91295"/>
            <a:ext cx="7886700" cy="832370"/>
          </a:xfrm>
        </p:spPr>
        <p:txBody>
          <a:bodyPr/>
          <a:lstStyle/>
          <a:p>
            <a:r>
              <a:rPr lang="en-US" altLang="en-US" dirty="0"/>
              <a:t>DFA – Ends with 101, ∑={ 0,1}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>
          <a:xfrm>
            <a:off x="301625" y="758825"/>
            <a:ext cx="8385175" cy="5354592"/>
          </a:xfrm>
        </p:spPr>
        <p:txBody>
          <a:bodyPr/>
          <a:lstStyle/>
          <a:p>
            <a:r>
              <a:rPr lang="en-US" altLang="en-US" dirty="0"/>
              <a:t>L={ 101,0101,1101,000101,111101,…}</a:t>
            </a:r>
          </a:p>
          <a:p>
            <a:endParaRPr lang="en-US" altLang="en-US" dirty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0B7C4DAE-BCFD-4638-B1AC-34D4D8168F7B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3" name="Oval 5"/>
          <p:cNvSpPr>
            <a:spLocks noChangeArrowheads="1"/>
          </p:cNvSpPr>
          <p:nvPr/>
        </p:nvSpPr>
        <p:spPr bwMode="auto">
          <a:xfrm>
            <a:off x="808038" y="3192463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8854" name="Oval 6"/>
          <p:cNvSpPr>
            <a:spLocks noChangeArrowheads="1"/>
          </p:cNvSpPr>
          <p:nvPr/>
        </p:nvSpPr>
        <p:spPr bwMode="auto">
          <a:xfrm>
            <a:off x="7086600" y="31242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8855" name="Oval 7"/>
          <p:cNvSpPr>
            <a:spLocks noChangeArrowheads="1"/>
          </p:cNvSpPr>
          <p:nvPr/>
        </p:nvSpPr>
        <p:spPr bwMode="auto">
          <a:xfrm>
            <a:off x="2743200" y="31242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8856" name="Oval 8"/>
          <p:cNvSpPr>
            <a:spLocks noChangeArrowheads="1"/>
          </p:cNvSpPr>
          <p:nvPr/>
        </p:nvSpPr>
        <p:spPr bwMode="auto">
          <a:xfrm>
            <a:off x="5181600" y="3162300"/>
            <a:ext cx="6858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8857" name="Oval 9"/>
          <p:cNvSpPr>
            <a:spLocks noChangeArrowheads="1"/>
          </p:cNvSpPr>
          <p:nvPr/>
        </p:nvSpPr>
        <p:spPr bwMode="auto">
          <a:xfrm>
            <a:off x="7239000" y="3192463"/>
            <a:ext cx="381000" cy="465137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78858" name="Straight Arrow Connector 11"/>
          <p:cNvCxnSpPr>
            <a:cxnSpLocks noChangeShapeType="1"/>
            <a:stCxn id="78851" idx="1"/>
            <a:endCxn id="78853" idx="2"/>
          </p:cNvCxnSpPr>
          <p:nvPr/>
        </p:nvCxnSpPr>
        <p:spPr bwMode="auto">
          <a:xfrm>
            <a:off x="301625" y="3436121"/>
            <a:ext cx="506413" cy="9924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59" name="Straight Arrow Connector 13"/>
          <p:cNvCxnSpPr>
            <a:cxnSpLocks noChangeShapeType="1"/>
          </p:cNvCxnSpPr>
          <p:nvPr/>
        </p:nvCxnSpPr>
        <p:spPr bwMode="auto">
          <a:xfrm flipV="1">
            <a:off x="1493838" y="3467100"/>
            <a:ext cx="1249362" cy="682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0" name="Straight Arrow Connector 15"/>
          <p:cNvCxnSpPr>
            <a:cxnSpLocks noChangeShapeType="1"/>
            <a:stCxn id="78855" idx="6"/>
            <a:endCxn id="78856" idx="2"/>
          </p:cNvCxnSpPr>
          <p:nvPr/>
        </p:nvCxnSpPr>
        <p:spPr bwMode="auto">
          <a:xfrm>
            <a:off x="3429000" y="3467100"/>
            <a:ext cx="17526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8861" name="Straight Arrow Connector 17"/>
          <p:cNvCxnSpPr>
            <a:cxnSpLocks noChangeShapeType="1"/>
          </p:cNvCxnSpPr>
          <p:nvPr/>
        </p:nvCxnSpPr>
        <p:spPr bwMode="auto">
          <a:xfrm>
            <a:off x="5867400" y="3486150"/>
            <a:ext cx="11049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862" name="TextBox 18"/>
          <p:cNvSpPr txBox="1">
            <a:spLocks noChangeArrowheads="1"/>
          </p:cNvSpPr>
          <p:nvPr/>
        </p:nvSpPr>
        <p:spPr bwMode="auto">
          <a:xfrm>
            <a:off x="1676400" y="29718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78863" name="TextBox 19"/>
          <p:cNvSpPr txBox="1">
            <a:spLocks noChangeArrowheads="1"/>
          </p:cNvSpPr>
          <p:nvPr/>
        </p:nvSpPr>
        <p:spPr bwMode="auto">
          <a:xfrm>
            <a:off x="3886200" y="26670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78864" name="TextBox 20"/>
          <p:cNvSpPr txBox="1">
            <a:spLocks noChangeArrowheads="1"/>
          </p:cNvSpPr>
          <p:nvPr/>
        </p:nvSpPr>
        <p:spPr bwMode="auto">
          <a:xfrm>
            <a:off x="6134100" y="2760663"/>
            <a:ext cx="6858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22" name="Freeform 29"/>
          <p:cNvSpPr>
            <a:spLocks/>
          </p:cNvSpPr>
          <p:nvPr/>
        </p:nvSpPr>
        <p:spPr bwMode="auto">
          <a:xfrm>
            <a:off x="787400" y="2460625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6" name="TextBox 22"/>
          <p:cNvSpPr txBox="1">
            <a:spLocks noChangeArrowheads="1"/>
          </p:cNvSpPr>
          <p:nvPr/>
        </p:nvSpPr>
        <p:spPr bwMode="auto">
          <a:xfrm>
            <a:off x="808038" y="1708150"/>
            <a:ext cx="800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24" name="Freeform 29"/>
          <p:cNvSpPr>
            <a:spLocks/>
          </p:cNvSpPr>
          <p:nvPr/>
        </p:nvSpPr>
        <p:spPr bwMode="auto">
          <a:xfrm>
            <a:off x="2697163" y="236855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8" name="TextBox 24"/>
          <p:cNvSpPr txBox="1">
            <a:spLocks noChangeArrowheads="1"/>
          </p:cNvSpPr>
          <p:nvPr/>
        </p:nvSpPr>
        <p:spPr bwMode="auto">
          <a:xfrm>
            <a:off x="3006725" y="18415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26" name="Arc 25"/>
          <p:cNvSpPr/>
          <p:nvPr/>
        </p:nvSpPr>
        <p:spPr bwMode="auto">
          <a:xfrm rot="9147734">
            <a:off x="1084263" y="2170113"/>
            <a:ext cx="4556125" cy="3417887"/>
          </a:xfrm>
          <a:prstGeom prst="arc">
            <a:avLst>
              <a:gd name="adj1" fmla="val 12318193"/>
              <a:gd name="adj2" fmla="val 16214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8870" name="TextBox 26"/>
          <p:cNvSpPr txBox="1">
            <a:spLocks noChangeArrowheads="1"/>
          </p:cNvSpPr>
          <p:nvPr/>
        </p:nvSpPr>
        <p:spPr bwMode="auto">
          <a:xfrm>
            <a:off x="3006725" y="5084763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28" name="Arc 27"/>
          <p:cNvSpPr/>
          <p:nvPr/>
        </p:nvSpPr>
        <p:spPr bwMode="auto">
          <a:xfrm rot="8474877" flipV="1">
            <a:off x="5570538" y="2128838"/>
            <a:ext cx="2025650" cy="1851025"/>
          </a:xfrm>
          <a:prstGeom prst="arc">
            <a:avLst>
              <a:gd name="adj1" fmla="val 7706295"/>
              <a:gd name="adj2" fmla="val 1975784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8872" name="TextBox 30"/>
          <p:cNvSpPr txBox="1">
            <a:spLocks noChangeArrowheads="1"/>
          </p:cNvSpPr>
          <p:nvPr/>
        </p:nvSpPr>
        <p:spPr bwMode="auto">
          <a:xfrm>
            <a:off x="7146925" y="1708150"/>
            <a:ext cx="8001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32" name="Arc 31"/>
          <p:cNvSpPr/>
          <p:nvPr/>
        </p:nvSpPr>
        <p:spPr bwMode="auto">
          <a:xfrm rot="9687222" flipV="1">
            <a:off x="3302000" y="1401763"/>
            <a:ext cx="4546600" cy="3090862"/>
          </a:xfrm>
          <a:prstGeom prst="arc">
            <a:avLst>
              <a:gd name="adj1" fmla="val 9071242"/>
              <a:gd name="adj2" fmla="val 2108544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8874" name="TextBox 33"/>
          <p:cNvSpPr txBox="1">
            <a:spLocks noChangeArrowheads="1"/>
          </p:cNvSpPr>
          <p:nvPr/>
        </p:nvSpPr>
        <p:spPr bwMode="auto">
          <a:xfrm>
            <a:off x="7591425" y="11938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78875" name="TextBox 34"/>
          <p:cNvSpPr txBox="1">
            <a:spLocks noChangeArrowheads="1"/>
          </p:cNvSpPr>
          <p:nvPr/>
        </p:nvSpPr>
        <p:spPr bwMode="auto">
          <a:xfrm>
            <a:off x="914400" y="3346450"/>
            <a:ext cx="9921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78876" name="TextBox 35"/>
          <p:cNvSpPr txBox="1">
            <a:spLocks noChangeArrowheads="1"/>
          </p:cNvSpPr>
          <p:nvPr/>
        </p:nvSpPr>
        <p:spPr bwMode="auto">
          <a:xfrm>
            <a:off x="2700338" y="3162300"/>
            <a:ext cx="9921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78877" name="TextBox 36"/>
          <p:cNvSpPr txBox="1">
            <a:spLocks noChangeArrowheads="1"/>
          </p:cNvSpPr>
          <p:nvPr/>
        </p:nvSpPr>
        <p:spPr bwMode="auto">
          <a:xfrm>
            <a:off x="5181600" y="3208338"/>
            <a:ext cx="99218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78878" name="TextBox 37"/>
          <p:cNvSpPr txBox="1">
            <a:spLocks noChangeArrowheads="1"/>
          </p:cNvSpPr>
          <p:nvPr/>
        </p:nvSpPr>
        <p:spPr bwMode="auto">
          <a:xfrm>
            <a:off x="7085013" y="3162300"/>
            <a:ext cx="9921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333429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DFA – Ends with 111 , ∑={ 0,1}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L= { 111,0111,11111,…}</a:t>
            </a:r>
          </a:p>
          <a:p>
            <a:endParaRPr lang="en-US" altLang="en-US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7137E39-7FAA-45A5-9D93-356012267341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7" name="Oval 4"/>
          <p:cNvSpPr>
            <a:spLocks noChangeArrowheads="1"/>
          </p:cNvSpPr>
          <p:nvPr/>
        </p:nvSpPr>
        <p:spPr bwMode="auto">
          <a:xfrm>
            <a:off x="609600" y="3048000"/>
            <a:ext cx="6858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9878" name="Oval 5"/>
          <p:cNvSpPr>
            <a:spLocks noChangeArrowheads="1"/>
          </p:cNvSpPr>
          <p:nvPr/>
        </p:nvSpPr>
        <p:spPr bwMode="auto">
          <a:xfrm>
            <a:off x="2362200" y="2971800"/>
            <a:ext cx="9906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9879" name="Oval 6"/>
          <p:cNvSpPr>
            <a:spLocks noChangeArrowheads="1"/>
          </p:cNvSpPr>
          <p:nvPr/>
        </p:nvSpPr>
        <p:spPr bwMode="auto">
          <a:xfrm>
            <a:off x="4343400" y="3048000"/>
            <a:ext cx="9144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9880" name="Oval 7"/>
          <p:cNvSpPr>
            <a:spLocks noChangeArrowheads="1"/>
          </p:cNvSpPr>
          <p:nvPr/>
        </p:nvSpPr>
        <p:spPr bwMode="auto">
          <a:xfrm>
            <a:off x="6553200" y="3048000"/>
            <a:ext cx="9906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9881" name="Oval 8"/>
          <p:cNvSpPr>
            <a:spLocks noChangeArrowheads="1"/>
          </p:cNvSpPr>
          <p:nvPr/>
        </p:nvSpPr>
        <p:spPr bwMode="auto">
          <a:xfrm>
            <a:off x="6781800" y="3200400"/>
            <a:ext cx="533400" cy="457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79882" name="Straight Arrow Connector 10"/>
          <p:cNvCxnSpPr>
            <a:cxnSpLocks noChangeShapeType="1"/>
            <a:endCxn id="79877" idx="2"/>
          </p:cNvCxnSpPr>
          <p:nvPr/>
        </p:nvCxnSpPr>
        <p:spPr bwMode="auto">
          <a:xfrm>
            <a:off x="0" y="3429000"/>
            <a:ext cx="609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883" name="Straight Arrow Connector 13"/>
          <p:cNvCxnSpPr>
            <a:cxnSpLocks noChangeShapeType="1"/>
            <a:stCxn id="79877" idx="6"/>
          </p:cNvCxnSpPr>
          <p:nvPr/>
        </p:nvCxnSpPr>
        <p:spPr bwMode="auto">
          <a:xfrm>
            <a:off x="1295400" y="3429000"/>
            <a:ext cx="1066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884" name="Straight Arrow Connector 15"/>
          <p:cNvCxnSpPr>
            <a:cxnSpLocks noChangeShapeType="1"/>
            <a:stCxn id="79878" idx="6"/>
          </p:cNvCxnSpPr>
          <p:nvPr/>
        </p:nvCxnSpPr>
        <p:spPr bwMode="auto">
          <a:xfrm>
            <a:off x="3352800" y="3390900"/>
            <a:ext cx="9906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885" name="Straight Arrow Connector 17"/>
          <p:cNvCxnSpPr>
            <a:cxnSpLocks noChangeShapeType="1"/>
            <a:stCxn id="79879" idx="6"/>
            <a:endCxn id="79880" idx="2"/>
          </p:cNvCxnSpPr>
          <p:nvPr/>
        </p:nvCxnSpPr>
        <p:spPr bwMode="auto">
          <a:xfrm>
            <a:off x="5257800" y="3429000"/>
            <a:ext cx="12954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9886" name="TextBox 18"/>
          <p:cNvSpPr txBox="1">
            <a:spLocks noChangeArrowheads="1"/>
          </p:cNvSpPr>
          <p:nvPr/>
        </p:nvSpPr>
        <p:spPr bwMode="auto">
          <a:xfrm>
            <a:off x="1447800" y="29718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79887" name="TextBox 19"/>
          <p:cNvSpPr txBox="1">
            <a:spLocks noChangeArrowheads="1"/>
          </p:cNvSpPr>
          <p:nvPr/>
        </p:nvSpPr>
        <p:spPr bwMode="auto">
          <a:xfrm>
            <a:off x="3810000" y="27559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79888" name="TextBox 20"/>
          <p:cNvSpPr txBox="1">
            <a:spLocks noChangeArrowheads="1"/>
          </p:cNvSpPr>
          <p:nvPr/>
        </p:nvSpPr>
        <p:spPr bwMode="auto">
          <a:xfrm>
            <a:off x="5676900" y="27559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22" name="Freeform 29"/>
          <p:cNvSpPr>
            <a:spLocks/>
          </p:cNvSpPr>
          <p:nvPr/>
        </p:nvSpPr>
        <p:spPr bwMode="auto">
          <a:xfrm>
            <a:off x="469900" y="23876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90" name="TextBox 22"/>
          <p:cNvSpPr txBox="1">
            <a:spLocks noChangeArrowheads="1"/>
          </p:cNvSpPr>
          <p:nvPr/>
        </p:nvSpPr>
        <p:spPr bwMode="auto">
          <a:xfrm>
            <a:off x="900113" y="1941513"/>
            <a:ext cx="7620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19" name="Arc 18"/>
          <p:cNvSpPr/>
          <p:nvPr/>
        </p:nvSpPr>
        <p:spPr bwMode="auto">
          <a:xfrm rot="9147734">
            <a:off x="855663" y="2593975"/>
            <a:ext cx="2163762" cy="2303463"/>
          </a:xfrm>
          <a:prstGeom prst="arc">
            <a:avLst>
              <a:gd name="adj1" fmla="val 12318193"/>
              <a:gd name="adj2" fmla="val 16214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9892" name="TextBox 22"/>
          <p:cNvSpPr txBox="1">
            <a:spLocks noChangeArrowheads="1"/>
          </p:cNvSpPr>
          <p:nvPr/>
        </p:nvSpPr>
        <p:spPr bwMode="auto">
          <a:xfrm>
            <a:off x="1784350" y="4964113"/>
            <a:ext cx="7620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21" name="Arc 20"/>
          <p:cNvSpPr/>
          <p:nvPr/>
        </p:nvSpPr>
        <p:spPr bwMode="auto">
          <a:xfrm rot="9687222" flipV="1">
            <a:off x="1179513" y="1524000"/>
            <a:ext cx="3519487" cy="3095625"/>
          </a:xfrm>
          <a:prstGeom prst="arc">
            <a:avLst>
              <a:gd name="adj1" fmla="val 9631063"/>
              <a:gd name="adj2" fmla="val 2069695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9894" name="TextBox 22"/>
          <p:cNvSpPr txBox="1">
            <a:spLocks noChangeArrowheads="1"/>
          </p:cNvSpPr>
          <p:nvPr/>
        </p:nvSpPr>
        <p:spPr bwMode="auto">
          <a:xfrm>
            <a:off x="4191000" y="1401763"/>
            <a:ext cx="7620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24" name="Freeform 29"/>
          <p:cNvSpPr>
            <a:spLocks/>
          </p:cNvSpPr>
          <p:nvPr/>
        </p:nvSpPr>
        <p:spPr bwMode="auto">
          <a:xfrm>
            <a:off x="6659563" y="2239963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96" name="TextBox 20"/>
          <p:cNvSpPr txBox="1">
            <a:spLocks noChangeArrowheads="1"/>
          </p:cNvSpPr>
          <p:nvPr/>
        </p:nvSpPr>
        <p:spPr bwMode="auto">
          <a:xfrm>
            <a:off x="7277100" y="2011363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27" name="Arc 26"/>
          <p:cNvSpPr/>
          <p:nvPr/>
        </p:nvSpPr>
        <p:spPr bwMode="auto">
          <a:xfrm rot="9147734">
            <a:off x="342900" y="153988"/>
            <a:ext cx="7929563" cy="5056187"/>
          </a:xfrm>
          <a:prstGeom prst="arc">
            <a:avLst>
              <a:gd name="adj1" fmla="val 13745021"/>
              <a:gd name="adj2" fmla="val 91600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79898" name="TextBox 27"/>
          <p:cNvSpPr txBox="1">
            <a:spLocks noChangeArrowheads="1"/>
          </p:cNvSpPr>
          <p:nvPr/>
        </p:nvSpPr>
        <p:spPr bwMode="auto">
          <a:xfrm>
            <a:off x="5426075" y="4805363"/>
            <a:ext cx="7620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79899" name="TextBox 1"/>
          <p:cNvSpPr txBox="1">
            <a:spLocks noChangeArrowheads="1"/>
          </p:cNvSpPr>
          <p:nvPr/>
        </p:nvSpPr>
        <p:spPr bwMode="auto">
          <a:xfrm>
            <a:off x="609600" y="32004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79900" name="TextBox 28"/>
          <p:cNvSpPr txBox="1">
            <a:spLocks noChangeArrowheads="1"/>
          </p:cNvSpPr>
          <p:nvPr/>
        </p:nvSpPr>
        <p:spPr bwMode="auto">
          <a:xfrm>
            <a:off x="2455863" y="3040063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79901" name="TextBox 29"/>
          <p:cNvSpPr txBox="1">
            <a:spLocks noChangeArrowheads="1"/>
          </p:cNvSpPr>
          <p:nvPr/>
        </p:nvSpPr>
        <p:spPr bwMode="auto">
          <a:xfrm>
            <a:off x="4470400" y="3109913"/>
            <a:ext cx="763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79902" name="TextBox 30"/>
          <p:cNvSpPr txBox="1">
            <a:spLocks noChangeArrowheads="1"/>
          </p:cNvSpPr>
          <p:nvPr/>
        </p:nvSpPr>
        <p:spPr bwMode="auto">
          <a:xfrm>
            <a:off x="6705600" y="31369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211424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– Substring 101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304800" y="930275"/>
            <a:ext cx="8839200" cy="5486400"/>
          </a:xfrm>
        </p:spPr>
        <p:txBody>
          <a:bodyPr/>
          <a:lstStyle/>
          <a:p>
            <a:r>
              <a:rPr lang="en-US" altLang="en-US"/>
              <a:t>L={ 101,0101,1101,1010,1011,00010111,…}</a:t>
            </a: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3D30317-261C-45A4-8DA9-BEA04DAF4298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914400" y="3124200"/>
            <a:ext cx="838200" cy="914400"/>
          </a:xfrm>
          <a:prstGeom prst="ellipse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spcBef>
                <a:spcPct val="20000"/>
              </a:spcBef>
              <a:defRPr/>
            </a:pPr>
            <a:endParaRPr lang="en-US">
              <a:solidFill>
                <a:schemeClr val="accent2"/>
              </a:solidFill>
            </a:endParaRPr>
          </a:p>
        </p:txBody>
      </p:sp>
      <p:sp>
        <p:nvSpPr>
          <p:cNvPr id="80902" name="Oval 5"/>
          <p:cNvSpPr>
            <a:spLocks noChangeArrowheads="1"/>
          </p:cNvSpPr>
          <p:nvPr/>
        </p:nvSpPr>
        <p:spPr bwMode="auto">
          <a:xfrm>
            <a:off x="2819400" y="3048000"/>
            <a:ext cx="914400" cy="990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0903" name="Oval 6"/>
          <p:cNvSpPr>
            <a:spLocks noChangeArrowheads="1"/>
          </p:cNvSpPr>
          <p:nvPr/>
        </p:nvSpPr>
        <p:spPr bwMode="auto">
          <a:xfrm>
            <a:off x="4541838" y="3124200"/>
            <a:ext cx="8382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0904" name="Oval 7"/>
          <p:cNvSpPr>
            <a:spLocks noChangeArrowheads="1"/>
          </p:cNvSpPr>
          <p:nvPr/>
        </p:nvSpPr>
        <p:spPr bwMode="auto">
          <a:xfrm>
            <a:off x="6553200" y="3154363"/>
            <a:ext cx="8382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0905" name="Oval 8"/>
          <p:cNvSpPr>
            <a:spLocks noChangeArrowheads="1"/>
          </p:cNvSpPr>
          <p:nvPr/>
        </p:nvSpPr>
        <p:spPr bwMode="auto">
          <a:xfrm>
            <a:off x="6400800" y="3048000"/>
            <a:ext cx="1143000" cy="990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0906" name="Straight Arrow Connector 10"/>
          <p:cNvCxnSpPr>
            <a:cxnSpLocks noChangeShapeType="1"/>
            <a:stCxn id="80899" idx="1"/>
            <a:endCxn id="5" idx="2"/>
          </p:cNvCxnSpPr>
          <p:nvPr/>
        </p:nvCxnSpPr>
        <p:spPr bwMode="auto">
          <a:xfrm flipV="1">
            <a:off x="304800" y="3581400"/>
            <a:ext cx="609600" cy="920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907" name="Straight Arrow Connector 12"/>
          <p:cNvCxnSpPr>
            <a:cxnSpLocks noChangeShapeType="1"/>
            <a:stCxn id="5" idx="6"/>
            <a:endCxn id="80902" idx="2"/>
          </p:cNvCxnSpPr>
          <p:nvPr/>
        </p:nvCxnSpPr>
        <p:spPr bwMode="auto">
          <a:xfrm flipV="1">
            <a:off x="1752600" y="3543300"/>
            <a:ext cx="10668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908" name="Straight Arrow Connector 14"/>
          <p:cNvCxnSpPr>
            <a:cxnSpLocks noChangeShapeType="1"/>
            <a:stCxn id="80902" idx="6"/>
            <a:endCxn id="80903" idx="2"/>
          </p:cNvCxnSpPr>
          <p:nvPr/>
        </p:nvCxnSpPr>
        <p:spPr bwMode="auto">
          <a:xfrm>
            <a:off x="3733800" y="3543300"/>
            <a:ext cx="808038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0909" name="Straight Arrow Connector 16"/>
          <p:cNvCxnSpPr>
            <a:cxnSpLocks noChangeShapeType="1"/>
          </p:cNvCxnSpPr>
          <p:nvPr/>
        </p:nvCxnSpPr>
        <p:spPr bwMode="auto">
          <a:xfrm>
            <a:off x="5380038" y="3627438"/>
            <a:ext cx="1020762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0910" name="TextBox 17"/>
          <p:cNvSpPr txBox="1">
            <a:spLocks noChangeArrowheads="1"/>
          </p:cNvSpPr>
          <p:nvPr/>
        </p:nvSpPr>
        <p:spPr bwMode="auto">
          <a:xfrm>
            <a:off x="1752600" y="2819400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0911" name="TextBox 18"/>
          <p:cNvSpPr txBox="1">
            <a:spLocks noChangeArrowheads="1"/>
          </p:cNvSpPr>
          <p:nvPr/>
        </p:nvSpPr>
        <p:spPr bwMode="auto">
          <a:xfrm>
            <a:off x="3825875" y="2790825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0912" name="TextBox 19"/>
          <p:cNvSpPr txBox="1">
            <a:spLocks noChangeArrowheads="1"/>
          </p:cNvSpPr>
          <p:nvPr/>
        </p:nvSpPr>
        <p:spPr bwMode="auto">
          <a:xfrm>
            <a:off x="5562600" y="2790825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22" name="Freeform 29"/>
          <p:cNvSpPr>
            <a:spLocks/>
          </p:cNvSpPr>
          <p:nvPr/>
        </p:nvSpPr>
        <p:spPr bwMode="auto">
          <a:xfrm>
            <a:off x="930275" y="246538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29"/>
          <p:cNvSpPr>
            <a:spLocks/>
          </p:cNvSpPr>
          <p:nvPr/>
        </p:nvSpPr>
        <p:spPr bwMode="auto">
          <a:xfrm>
            <a:off x="6562725" y="2219325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5" name="TextBox 23"/>
          <p:cNvSpPr txBox="1">
            <a:spLocks noChangeArrowheads="1"/>
          </p:cNvSpPr>
          <p:nvPr/>
        </p:nvSpPr>
        <p:spPr bwMode="auto">
          <a:xfrm>
            <a:off x="1171575" y="1954213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0916" name="TextBox 25"/>
          <p:cNvSpPr txBox="1">
            <a:spLocks noChangeArrowheads="1"/>
          </p:cNvSpPr>
          <p:nvPr/>
        </p:nvSpPr>
        <p:spPr bwMode="auto">
          <a:xfrm>
            <a:off x="7026275" y="1817688"/>
            <a:ext cx="8382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0,1</a:t>
            </a:r>
          </a:p>
        </p:txBody>
      </p:sp>
      <p:sp>
        <p:nvSpPr>
          <p:cNvPr id="27" name="Arc 26"/>
          <p:cNvSpPr/>
          <p:nvPr/>
        </p:nvSpPr>
        <p:spPr bwMode="auto">
          <a:xfrm rot="9147734">
            <a:off x="1116013" y="2312988"/>
            <a:ext cx="3752850" cy="3438525"/>
          </a:xfrm>
          <a:prstGeom prst="arc">
            <a:avLst>
              <a:gd name="adj1" fmla="val 12318193"/>
              <a:gd name="adj2" fmla="val 162140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28" name="Freeform 29"/>
          <p:cNvSpPr>
            <a:spLocks/>
          </p:cNvSpPr>
          <p:nvPr/>
        </p:nvSpPr>
        <p:spPr bwMode="auto">
          <a:xfrm>
            <a:off x="2879725" y="2301875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919" name="TextBox 28"/>
          <p:cNvSpPr txBox="1">
            <a:spLocks noChangeArrowheads="1"/>
          </p:cNvSpPr>
          <p:nvPr/>
        </p:nvSpPr>
        <p:spPr bwMode="auto">
          <a:xfrm>
            <a:off x="3343275" y="1927225"/>
            <a:ext cx="838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0920" name="TextBox 29"/>
          <p:cNvSpPr txBox="1">
            <a:spLocks noChangeArrowheads="1"/>
          </p:cNvSpPr>
          <p:nvPr/>
        </p:nvSpPr>
        <p:spPr bwMode="auto">
          <a:xfrm>
            <a:off x="2968625" y="5154613"/>
            <a:ext cx="838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0921" name="TextBox 30"/>
          <p:cNvSpPr txBox="1">
            <a:spLocks noChangeArrowheads="1"/>
          </p:cNvSpPr>
          <p:nvPr/>
        </p:nvSpPr>
        <p:spPr bwMode="auto">
          <a:xfrm>
            <a:off x="930275" y="3363913"/>
            <a:ext cx="822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80922" name="TextBox 31"/>
          <p:cNvSpPr txBox="1">
            <a:spLocks noChangeArrowheads="1"/>
          </p:cNvSpPr>
          <p:nvPr/>
        </p:nvSpPr>
        <p:spPr bwMode="auto">
          <a:xfrm>
            <a:off x="2849563" y="3214688"/>
            <a:ext cx="8239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80923" name="TextBox 32"/>
          <p:cNvSpPr txBox="1">
            <a:spLocks noChangeArrowheads="1"/>
          </p:cNvSpPr>
          <p:nvPr/>
        </p:nvSpPr>
        <p:spPr bwMode="auto">
          <a:xfrm>
            <a:off x="4664075" y="3308350"/>
            <a:ext cx="822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80924" name="TextBox 33"/>
          <p:cNvSpPr txBox="1">
            <a:spLocks noChangeArrowheads="1"/>
          </p:cNvSpPr>
          <p:nvPr/>
        </p:nvSpPr>
        <p:spPr bwMode="auto">
          <a:xfrm>
            <a:off x="6621463" y="3179763"/>
            <a:ext cx="8239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136056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DFA- Contains 111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>
          <a:xfrm>
            <a:off x="152400" y="876300"/>
            <a:ext cx="8839200" cy="5486400"/>
          </a:xfrm>
        </p:spPr>
        <p:txBody>
          <a:bodyPr/>
          <a:lstStyle/>
          <a:p>
            <a:r>
              <a:rPr lang="en-US" altLang="en-US"/>
              <a:t>L={ 111,0111,1111,000111000,11111000,..}</a:t>
            </a:r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8651E3DE-88B6-4F8F-AAD4-945FB570B37C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5" name="Oval 4"/>
          <p:cNvSpPr>
            <a:spLocks noChangeArrowheads="1"/>
          </p:cNvSpPr>
          <p:nvPr/>
        </p:nvSpPr>
        <p:spPr bwMode="auto">
          <a:xfrm>
            <a:off x="762000" y="3124200"/>
            <a:ext cx="9906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1926" name="Oval 5"/>
          <p:cNvSpPr>
            <a:spLocks noChangeArrowheads="1"/>
          </p:cNvSpPr>
          <p:nvPr/>
        </p:nvSpPr>
        <p:spPr bwMode="auto">
          <a:xfrm>
            <a:off x="2895600" y="3200400"/>
            <a:ext cx="9144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1927" name="Oval 6"/>
          <p:cNvSpPr>
            <a:spLocks noChangeArrowheads="1"/>
          </p:cNvSpPr>
          <p:nvPr/>
        </p:nvSpPr>
        <p:spPr bwMode="auto">
          <a:xfrm>
            <a:off x="5029200" y="3276600"/>
            <a:ext cx="9906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1928" name="Oval 7"/>
          <p:cNvSpPr>
            <a:spLocks noChangeArrowheads="1"/>
          </p:cNvSpPr>
          <p:nvPr/>
        </p:nvSpPr>
        <p:spPr bwMode="auto">
          <a:xfrm>
            <a:off x="7086600" y="3200400"/>
            <a:ext cx="9144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1929" name="Oval 8"/>
          <p:cNvSpPr>
            <a:spLocks noChangeArrowheads="1"/>
          </p:cNvSpPr>
          <p:nvPr/>
        </p:nvSpPr>
        <p:spPr bwMode="auto">
          <a:xfrm>
            <a:off x="7010400" y="3086100"/>
            <a:ext cx="1066800" cy="1066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1930" name="Straight Arrow Connector 10"/>
          <p:cNvCxnSpPr>
            <a:cxnSpLocks noChangeShapeType="1"/>
            <a:stCxn id="81923" idx="1"/>
          </p:cNvCxnSpPr>
          <p:nvPr/>
        </p:nvCxnSpPr>
        <p:spPr bwMode="auto">
          <a:xfrm>
            <a:off x="152400" y="3619500"/>
            <a:ext cx="609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931" name="Straight Arrow Connector 12"/>
          <p:cNvCxnSpPr>
            <a:cxnSpLocks noChangeShapeType="1"/>
            <a:stCxn id="81925" idx="6"/>
          </p:cNvCxnSpPr>
          <p:nvPr/>
        </p:nvCxnSpPr>
        <p:spPr bwMode="auto">
          <a:xfrm>
            <a:off x="1752600" y="3581400"/>
            <a:ext cx="1143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932" name="Straight Arrow Connector 14"/>
          <p:cNvCxnSpPr>
            <a:cxnSpLocks noChangeShapeType="1"/>
            <a:stCxn id="81926" idx="6"/>
          </p:cNvCxnSpPr>
          <p:nvPr/>
        </p:nvCxnSpPr>
        <p:spPr bwMode="auto">
          <a:xfrm flipV="1">
            <a:off x="3810000" y="3581400"/>
            <a:ext cx="12192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1933" name="Straight Arrow Connector 16"/>
          <p:cNvCxnSpPr>
            <a:cxnSpLocks noChangeShapeType="1"/>
            <a:stCxn id="81927" idx="6"/>
          </p:cNvCxnSpPr>
          <p:nvPr/>
        </p:nvCxnSpPr>
        <p:spPr bwMode="auto">
          <a:xfrm>
            <a:off x="6019800" y="3657600"/>
            <a:ext cx="1066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934" name="TextBox 17"/>
          <p:cNvSpPr txBox="1">
            <a:spLocks noChangeArrowheads="1"/>
          </p:cNvSpPr>
          <p:nvPr/>
        </p:nvSpPr>
        <p:spPr bwMode="auto">
          <a:xfrm>
            <a:off x="1905000" y="28194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1935" name="TextBox 18"/>
          <p:cNvSpPr txBox="1">
            <a:spLocks noChangeArrowheads="1"/>
          </p:cNvSpPr>
          <p:nvPr/>
        </p:nvSpPr>
        <p:spPr bwMode="auto">
          <a:xfrm>
            <a:off x="4098925" y="28448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1936" name="TextBox 19"/>
          <p:cNvSpPr txBox="1">
            <a:spLocks noChangeArrowheads="1"/>
          </p:cNvSpPr>
          <p:nvPr/>
        </p:nvSpPr>
        <p:spPr bwMode="auto">
          <a:xfrm>
            <a:off x="6248400" y="287020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21" name="Freeform 29"/>
          <p:cNvSpPr>
            <a:spLocks/>
          </p:cNvSpPr>
          <p:nvPr/>
        </p:nvSpPr>
        <p:spPr bwMode="auto">
          <a:xfrm>
            <a:off x="858838" y="239395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38" name="TextBox 21"/>
          <p:cNvSpPr txBox="1">
            <a:spLocks noChangeArrowheads="1"/>
          </p:cNvSpPr>
          <p:nvPr/>
        </p:nvSpPr>
        <p:spPr bwMode="auto">
          <a:xfrm>
            <a:off x="3810000" y="5360988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23" name="Freeform 29"/>
          <p:cNvSpPr>
            <a:spLocks/>
          </p:cNvSpPr>
          <p:nvPr/>
        </p:nvSpPr>
        <p:spPr bwMode="auto">
          <a:xfrm>
            <a:off x="7112000" y="23368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40" name="TextBox 23"/>
          <p:cNvSpPr txBox="1">
            <a:spLocks noChangeArrowheads="1"/>
          </p:cNvSpPr>
          <p:nvPr/>
        </p:nvSpPr>
        <p:spPr bwMode="auto">
          <a:xfrm>
            <a:off x="7458075" y="183515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0,1</a:t>
            </a:r>
          </a:p>
        </p:txBody>
      </p:sp>
      <p:sp>
        <p:nvSpPr>
          <p:cNvPr id="25" name="Arc 24"/>
          <p:cNvSpPr/>
          <p:nvPr/>
        </p:nvSpPr>
        <p:spPr bwMode="auto">
          <a:xfrm rot="9147734">
            <a:off x="1054100" y="2660650"/>
            <a:ext cx="2476500" cy="2471738"/>
          </a:xfrm>
          <a:prstGeom prst="arc">
            <a:avLst>
              <a:gd name="adj1" fmla="val 12796376"/>
              <a:gd name="adj2" fmla="val 157317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26" name="Arc 25"/>
          <p:cNvSpPr/>
          <p:nvPr/>
        </p:nvSpPr>
        <p:spPr bwMode="auto">
          <a:xfrm rot="9147734">
            <a:off x="690563" y="2219325"/>
            <a:ext cx="4948237" cy="3381375"/>
          </a:xfrm>
          <a:prstGeom prst="arc">
            <a:avLst>
              <a:gd name="adj1" fmla="val 12318193"/>
              <a:gd name="adj2" fmla="val 164525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1943" name="TextBox 26"/>
          <p:cNvSpPr txBox="1">
            <a:spLocks noChangeArrowheads="1"/>
          </p:cNvSpPr>
          <p:nvPr/>
        </p:nvSpPr>
        <p:spPr bwMode="auto">
          <a:xfrm>
            <a:off x="2006600" y="4591050"/>
            <a:ext cx="762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1944" name="TextBox 27"/>
          <p:cNvSpPr txBox="1">
            <a:spLocks noChangeArrowheads="1"/>
          </p:cNvSpPr>
          <p:nvPr/>
        </p:nvSpPr>
        <p:spPr bwMode="auto">
          <a:xfrm>
            <a:off x="1387475" y="1962150"/>
            <a:ext cx="76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1945" name="TextBox 28"/>
          <p:cNvSpPr txBox="1">
            <a:spLocks noChangeArrowheads="1"/>
          </p:cNvSpPr>
          <p:nvPr/>
        </p:nvSpPr>
        <p:spPr bwMode="auto">
          <a:xfrm>
            <a:off x="2952750" y="3244850"/>
            <a:ext cx="822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81946" name="TextBox 29"/>
          <p:cNvSpPr txBox="1">
            <a:spLocks noChangeArrowheads="1"/>
          </p:cNvSpPr>
          <p:nvPr/>
        </p:nvSpPr>
        <p:spPr bwMode="auto">
          <a:xfrm>
            <a:off x="962025" y="3343275"/>
            <a:ext cx="822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81947" name="TextBox 30"/>
          <p:cNvSpPr txBox="1">
            <a:spLocks noChangeArrowheads="1"/>
          </p:cNvSpPr>
          <p:nvPr/>
        </p:nvSpPr>
        <p:spPr bwMode="auto">
          <a:xfrm>
            <a:off x="5200650" y="3327400"/>
            <a:ext cx="8223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q2</a:t>
            </a:r>
          </a:p>
        </p:txBody>
      </p:sp>
      <p:sp>
        <p:nvSpPr>
          <p:cNvPr id="81948" name="TextBox 31"/>
          <p:cNvSpPr txBox="1">
            <a:spLocks noChangeArrowheads="1"/>
          </p:cNvSpPr>
          <p:nvPr/>
        </p:nvSpPr>
        <p:spPr bwMode="auto">
          <a:xfrm>
            <a:off x="7283450" y="3228975"/>
            <a:ext cx="82232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61659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– Contains 1011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839200" cy="5486400"/>
          </a:xfrm>
        </p:spPr>
        <p:txBody>
          <a:bodyPr/>
          <a:lstStyle/>
          <a:p>
            <a:r>
              <a:rPr lang="en-US" altLang="en-US"/>
              <a:t>L= { 1011,01011,11011,00010111,..}</a:t>
            </a:r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C10C120-5D90-410A-9D7F-78690A00E1C3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9" name="Oval 4"/>
          <p:cNvSpPr>
            <a:spLocks noChangeArrowheads="1"/>
          </p:cNvSpPr>
          <p:nvPr/>
        </p:nvSpPr>
        <p:spPr bwMode="auto">
          <a:xfrm>
            <a:off x="685800" y="3276600"/>
            <a:ext cx="6096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950" name="Oval 6"/>
          <p:cNvSpPr>
            <a:spLocks noChangeArrowheads="1"/>
          </p:cNvSpPr>
          <p:nvPr/>
        </p:nvSpPr>
        <p:spPr bwMode="auto">
          <a:xfrm>
            <a:off x="2286000" y="3276600"/>
            <a:ext cx="6096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951" name="Oval 7"/>
          <p:cNvSpPr>
            <a:spLocks noChangeArrowheads="1"/>
          </p:cNvSpPr>
          <p:nvPr/>
        </p:nvSpPr>
        <p:spPr bwMode="auto">
          <a:xfrm>
            <a:off x="3886200" y="3276600"/>
            <a:ext cx="6858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952" name="Oval 8"/>
          <p:cNvSpPr>
            <a:spLocks noChangeArrowheads="1"/>
          </p:cNvSpPr>
          <p:nvPr/>
        </p:nvSpPr>
        <p:spPr bwMode="auto">
          <a:xfrm>
            <a:off x="5562600" y="3276600"/>
            <a:ext cx="6096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953" name="Oval 9"/>
          <p:cNvSpPr>
            <a:spLocks noChangeArrowheads="1"/>
          </p:cNvSpPr>
          <p:nvPr/>
        </p:nvSpPr>
        <p:spPr bwMode="auto">
          <a:xfrm>
            <a:off x="7086600" y="3276600"/>
            <a:ext cx="685800" cy="533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2954" name="Oval 10"/>
          <p:cNvSpPr>
            <a:spLocks noChangeArrowheads="1"/>
          </p:cNvSpPr>
          <p:nvPr/>
        </p:nvSpPr>
        <p:spPr bwMode="auto">
          <a:xfrm>
            <a:off x="6934200" y="3124200"/>
            <a:ext cx="9906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2955" name="Straight Arrow Connector 12"/>
          <p:cNvCxnSpPr>
            <a:cxnSpLocks noChangeShapeType="1"/>
            <a:stCxn id="82947" idx="1"/>
          </p:cNvCxnSpPr>
          <p:nvPr/>
        </p:nvCxnSpPr>
        <p:spPr bwMode="auto">
          <a:xfrm>
            <a:off x="304800" y="3657600"/>
            <a:ext cx="5334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956" name="Straight Arrow Connector 14"/>
          <p:cNvCxnSpPr>
            <a:cxnSpLocks noChangeShapeType="1"/>
          </p:cNvCxnSpPr>
          <p:nvPr/>
        </p:nvCxnSpPr>
        <p:spPr bwMode="auto">
          <a:xfrm>
            <a:off x="1295400" y="3581400"/>
            <a:ext cx="990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957" name="Straight Arrow Connector 16"/>
          <p:cNvCxnSpPr>
            <a:cxnSpLocks noChangeShapeType="1"/>
            <a:endCxn id="82951" idx="2"/>
          </p:cNvCxnSpPr>
          <p:nvPr/>
        </p:nvCxnSpPr>
        <p:spPr bwMode="auto">
          <a:xfrm flipV="1">
            <a:off x="2895600" y="3543300"/>
            <a:ext cx="9906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958" name="Straight Arrow Connector 18"/>
          <p:cNvCxnSpPr>
            <a:cxnSpLocks noChangeShapeType="1"/>
            <a:stCxn id="82951" idx="6"/>
          </p:cNvCxnSpPr>
          <p:nvPr/>
        </p:nvCxnSpPr>
        <p:spPr bwMode="auto">
          <a:xfrm>
            <a:off x="4572000" y="3543300"/>
            <a:ext cx="9906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2959" name="Straight Arrow Connector 20"/>
          <p:cNvCxnSpPr>
            <a:cxnSpLocks noChangeShapeType="1"/>
            <a:stCxn id="82952" idx="6"/>
            <a:endCxn id="82954" idx="2"/>
          </p:cNvCxnSpPr>
          <p:nvPr/>
        </p:nvCxnSpPr>
        <p:spPr bwMode="auto">
          <a:xfrm>
            <a:off x="6172200" y="3543300"/>
            <a:ext cx="762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960" name="TextBox 22"/>
          <p:cNvSpPr txBox="1">
            <a:spLocks noChangeArrowheads="1"/>
          </p:cNvSpPr>
          <p:nvPr/>
        </p:nvSpPr>
        <p:spPr bwMode="auto">
          <a:xfrm>
            <a:off x="1447800" y="31242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2961" name="TextBox 23"/>
          <p:cNvSpPr txBox="1">
            <a:spLocks noChangeArrowheads="1"/>
          </p:cNvSpPr>
          <p:nvPr/>
        </p:nvSpPr>
        <p:spPr bwMode="auto">
          <a:xfrm>
            <a:off x="4811713" y="29210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2962" name="TextBox 24"/>
          <p:cNvSpPr txBox="1">
            <a:spLocks noChangeArrowheads="1"/>
          </p:cNvSpPr>
          <p:nvPr/>
        </p:nvSpPr>
        <p:spPr bwMode="auto">
          <a:xfrm>
            <a:off x="6323013" y="27305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2963" name="TextBox 25"/>
          <p:cNvSpPr txBox="1">
            <a:spLocks noChangeArrowheads="1"/>
          </p:cNvSpPr>
          <p:nvPr/>
        </p:nvSpPr>
        <p:spPr bwMode="auto">
          <a:xfrm>
            <a:off x="3160713" y="29210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27" name="Freeform 29"/>
          <p:cNvSpPr>
            <a:spLocks/>
          </p:cNvSpPr>
          <p:nvPr/>
        </p:nvSpPr>
        <p:spPr bwMode="auto">
          <a:xfrm>
            <a:off x="574675" y="25019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5" name="TextBox 27"/>
          <p:cNvSpPr txBox="1">
            <a:spLocks noChangeArrowheads="1"/>
          </p:cNvSpPr>
          <p:nvPr/>
        </p:nvSpPr>
        <p:spPr bwMode="auto">
          <a:xfrm>
            <a:off x="549275" y="198120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29" name="Freeform 29"/>
          <p:cNvSpPr>
            <a:spLocks/>
          </p:cNvSpPr>
          <p:nvPr/>
        </p:nvSpPr>
        <p:spPr bwMode="auto">
          <a:xfrm>
            <a:off x="6891338" y="23114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7" name="TextBox 29"/>
          <p:cNvSpPr txBox="1">
            <a:spLocks noChangeArrowheads="1"/>
          </p:cNvSpPr>
          <p:nvPr/>
        </p:nvSpPr>
        <p:spPr bwMode="auto">
          <a:xfrm>
            <a:off x="7239000" y="1885950"/>
            <a:ext cx="12954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0,1</a:t>
            </a:r>
          </a:p>
        </p:txBody>
      </p:sp>
      <p:sp>
        <p:nvSpPr>
          <p:cNvPr id="25" name="Freeform 29"/>
          <p:cNvSpPr>
            <a:spLocks/>
          </p:cNvSpPr>
          <p:nvPr/>
        </p:nvSpPr>
        <p:spPr bwMode="auto">
          <a:xfrm>
            <a:off x="2136775" y="25019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969" name="TextBox 22"/>
          <p:cNvSpPr txBox="1">
            <a:spLocks noChangeArrowheads="1"/>
          </p:cNvSpPr>
          <p:nvPr/>
        </p:nvSpPr>
        <p:spPr bwMode="auto">
          <a:xfrm>
            <a:off x="2486025" y="1941513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28" name="Arc 27"/>
          <p:cNvSpPr/>
          <p:nvPr/>
        </p:nvSpPr>
        <p:spPr bwMode="auto">
          <a:xfrm rot="9147734">
            <a:off x="623888" y="2481263"/>
            <a:ext cx="3948112" cy="2849562"/>
          </a:xfrm>
          <a:prstGeom prst="arc">
            <a:avLst>
              <a:gd name="adj1" fmla="val 12134459"/>
              <a:gd name="adj2" fmla="val 191244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2971" name="TextBox 25"/>
          <p:cNvSpPr txBox="1">
            <a:spLocks noChangeArrowheads="1"/>
          </p:cNvSpPr>
          <p:nvPr/>
        </p:nvSpPr>
        <p:spPr bwMode="auto">
          <a:xfrm>
            <a:off x="3503613" y="4865688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31" name="Arc 30"/>
          <p:cNvSpPr/>
          <p:nvPr/>
        </p:nvSpPr>
        <p:spPr bwMode="auto">
          <a:xfrm rot="9147734">
            <a:off x="4535488" y="2452688"/>
            <a:ext cx="1527175" cy="2471737"/>
          </a:xfrm>
          <a:prstGeom prst="arc">
            <a:avLst>
              <a:gd name="adj1" fmla="val 12796376"/>
              <a:gd name="adj2" fmla="val 157317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2973" name="TextBox 25"/>
          <p:cNvSpPr txBox="1">
            <a:spLocks noChangeArrowheads="1"/>
          </p:cNvSpPr>
          <p:nvPr/>
        </p:nvSpPr>
        <p:spPr bwMode="auto">
          <a:xfrm>
            <a:off x="5637213" y="4746625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2974" name="TextBox 32"/>
          <p:cNvSpPr txBox="1">
            <a:spLocks noChangeArrowheads="1"/>
          </p:cNvSpPr>
          <p:nvPr/>
        </p:nvSpPr>
        <p:spPr bwMode="auto">
          <a:xfrm>
            <a:off x="1371600" y="3581400"/>
            <a:ext cx="99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</p:spTree>
    <p:extLst>
      <p:ext uri="{BB962C8B-B14F-4D97-AF65-F5344CB8AC3E}">
        <p14:creationId xmlns:p14="http://schemas.microsoft.com/office/powerpoint/2010/main" val="31615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DFA- Even no of 0s, ∑={ 0,1} or</a:t>
            </a:r>
            <a:br>
              <a:rPr lang="en-US" altLang="en-US" dirty="0"/>
            </a:br>
            <a:r>
              <a:rPr lang="en-US" altLang="en-US" dirty="0"/>
              <a:t>n0(w)mod2=0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L={ </a:t>
            </a:r>
            <a:r>
              <a:rPr lang="el-GR" altLang="en-US" dirty="0"/>
              <a:t>λ</a:t>
            </a:r>
            <a:r>
              <a:rPr lang="en-US" altLang="en-US" dirty="0"/>
              <a:t>, 1,1111,00,0000,11100,1110000,0000111,..}</a:t>
            </a: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115ABDF2-AE55-48B1-AD9B-22DCAF242D44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3" name="Oval 4"/>
          <p:cNvSpPr>
            <a:spLocks noChangeArrowheads="1"/>
          </p:cNvSpPr>
          <p:nvPr/>
        </p:nvSpPr>
        <p:spPr bwMode="auto">
          <a:xfrm>
            <a:off x="1219200" y="3352800"/>
            <a:ext cx="8382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3974" name="Oval 5"/>
          <p:cNvSpPr>
            <a:spLocks noChangeArrowheads="1"/>
          </p:cNvSpPr>
          <p:nvPr/>
        </p:nvSpPr>
        <p:spPr bwMode="auto">
          <a:xfrm>
            <a:off x="3962400" y="3200400"/>
            <a:ext cx="914400" cy="990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3975" name="TextBox 6"/>
          <p:cNvSpPr txBox="1">
            <a:spLocks noChangeArrowheads="1"/>
          </p:cNvSpPr>
          <p:nvPr/>
        </p:nvSpPr>
        <p:spPr bwMode="auto">
          <a:xfrm>
            <a:off x="4114800" y="3427413"/>
            <a:ext cx="990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83976" name="TextBox 7"/>
          <p:cNvSpPr txBox="1">
            <a:spLocks noChangeArrowheads="1"/>
          </p:cNvSpPr>
          <p:nvPr/>
        </p:nvSpPr>
        <p:spPr bwMode="auto">
          <a:xfrm>
            <a:off x="1235075" y="3451225"/>
            <a:ext cx="990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83977" name="Oval 8"/>
          <p:cNvSpPr>
            <a:spLocks noChangeArrowheads="1"/>
          </p:cNvSpPr>
          <p:nvPr/>
        </p:nvSpPr>
        <p:spPr bwMode="auto">
          <a:xfrm>
            <a:off x="1004888" y="3200400"/>
            <a:ext cx="1220787" cy="1143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3978" name="Straight Arrow Connector 10"/>
          <p:cNvCxnSpPr>
            <a:cxnSpLocks noChangeShapeType="1"/>
          </p:cNvCxnSpPr>
          <p:nvPr/>
        </p:nvCxnSpPr>
        <p:spPr bwMode="auto">
          <a:xfrm>
            <a:off x="381000" y="3695700"/>
            <a:ext cx="623888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Freeform 29"/>
          <p:cNvSpPr>
            <a:spLocks/>
          </p:cNvSpPr>
          <p:nvPr/>
        </p:nvSpPr>
        <p:spPr bwMode="auto">
          <a:xfrm>
            <a:off x="1260475" y="2371725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Freeform 29"/>
          <p:cNvSpPr>
            <a:spLocks/>
          </p:cNvSpPr>
          <p:nvPr/>
        </p:nvSpPr>
        <p:spPr bwMode="auto">
          <a:xfrm>
            <a:off x="4089400" y="2422525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981" name="TextBox 22"/>
          <p:cNvSpPr txBox="1">
            <a:spLocks noChangeArrowheads="1"/>
          </p:cNvSpPr>
          <p:nvPr/>
        </p:nvSpPr>
        <p:spPr bwMode="auto">
          <a:xfrm>
            <a:off x="1889125" y="194945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3982" name="TextBox 22"/>
          <p:cNvSpPr txBox="1">
            <a:spLocks noChangeArrowheads="1"/>
          </p:cNvSpPr>
          <p:nvPr/>
        </p:nvSpPr>
        <p:spPr bwMode="auto">
          <a:xfrm>
            <a:off x="4699000" y="2017713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17" name="Arc 16"/>
          <p:cNvSpPr/>
          <p:nvPr/>
        </p:nvSpPr>
        <p:spPr bwMode="auto">
          <a:xfrm rot="9147734">
            <a:off x="1892300" y="2900363"/>
            <a:ext cx="2474913" cy="2471737"/>
          </a:xfrm>
          <a:prstGeom prst="arc">
            <a:avLst>
              <a:gd name="adj1" fmla="val 12796376"/>
              <a:gd name="adj2" fmla="val 157317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cxnSp>
        <p:nvCxnSpPr>
          <p:cNvPr id="83984" name="Straight Arrow Connector 18"/>
          <p:cNvCxnSpPr>
            <a:cxnSpLocks noChangeShapeType="1"/>
            <a:stCxn id="83976" idx="3"/>
          </p:cNvCxnSpPr>
          <p:nvPr/>
        </p:nvCxnSpPr>
        <p:spPr bwMode="auto">
          <a:xfrm>
            <a:off x="2225675" y="3743325"/>
            <a:ext cx="1889125" cy="285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3985" name="TextBox 19"/>
          <p:cNvSpPr txBox="1">
            <a:spLocks noChangeArrowheads="1"/>
          </p:cNvSpPr>
          <p:nvPr/>
        </p:nvSpPr>
        <p:spPr bwMode="auto">
          <a:xfrm>
            <a:off x="2743200" y="3048000"/>
            <a:ext cx="792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3986" name="TextBox 21"/>
          <p:cNvSpPr txBox="1">
            <a:spLocks noChangeArrowheads="1"/>
          </p:cNvSpPr>
          <p:nvPr/>
        </p:nvSpPr>
        <p:spPr bwMode="auto">
          <a:xfrm>
            <a:off x="2774950" y="4689475"/>
            <a:ext cx="792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384800" y="4013200"/>
          <a:ext cx="3225801" cy="1400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5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2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66">
                <a:tc>
                  <a:txBody>
                    <a:bodyPr/>
                    <a:lstStyle/>
                    <a:p>
                      <a:r>
                        <a:rPr lang="en-US" sz="1800" dirty="0"/>
                        <a:t>Transition</a:t>
                      </a:r>
                    </a:p>
                  </a:txBody>
                  <a:tcPr marL="91446" marR="91446"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</a:t>
                      </a:r>
                    </a:p>
                  </a:txBody>
                  <a:tcPr marL="91446" marR="91446"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46" marR="91446"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55">
                <a:tc>
                  <a:txBody>
                    <a:bodyPr/>
                    <a:lstStyle/>
                    <a:p>
                      <a:r>
                        <a:rPr lang="en-US" sz="1800" dirty="0"/>
                        <a:t>*-&gt;q0</a:t>
                      </a:r>
                    </a:p>
                  </a:txBody>
                  <a:tcPr marL="91446" marR="91446"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q1</a:t>
                      </a:r>
                    </a:p>
                  </a:txBody>
                  <a:tcPr marL="91446" marR="91446"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q0</a:t>
                      </a:r>
                    </a:p>
                  </a:txBody>
                  <a:tcPr marL="91446" marR="91446"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55">
                <a:tc>
                  <a:txBody>
                    <a:bodyPr/>
                    <a:lstStyle/>
                    <a:p>
                      <a:r>
                        <a:rPr lang="en-US" sz="1800" dirty="0"/>
                        <a:t>     q1</a:t>
                      </a:r>
                    </a:p>
                  </a:txBody>
                  <a:tcPr marL="91446" marR="91446"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qo</a:t>
                      </a:r>
                      <a:endParaRPr lang="en-US" sz="1800" dirty="0"/>
                    </a:p>
                  </a:txBody>
                  <a:tcPr marL="91446" marR="91446" marT="45713" marB="4571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q1</a:t>
                      </a:r>
                    </a:p>
                  </a:txBody>
                  <a:tcPr marL="91446" marR="91446"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43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065213"/>
          </a:xfrm>
        </p:spPr>
        <p:txBody>
          <a:bodyPr/>
          <a:lstStyle/>
          <a:p>
            <a:r>
              <a:rPr lang="en-US" altLang="en-US" dirty="0"/>
              <a:t>DFA – Odd no of 0’s , ∑={ 0,1} or n0(w)mod2=1</a:t>
            </a:r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>
          <a:xfrm>
            <a:off x="330200" y="1389063"/>
            <a:ext cx="8839200" cy="5486400"/>
          </a:xfrm>
        </p:spPr>
        <p:txBody>
          <a:bodyPr/>
          <a:lstStyle/>
          <a:p>
            <a:r>
              <a:rPr lang="en-US" altLang="en-US"/>
              <a:t>L={ 0,01,1110,000,000001111,…}</a:t>
            </a:r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2CC139A-74D3-4018-9229-B0C458B9AAE7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7" name="Oval 4"/>
          <p:cNvSpPr>
            <a:spLocks noChangeArrowheads="1"/>
          </p:cNvSpPr>
          <p:nvPr/>
        </p:nvSpPr>
        <p:spPr bwMode="auto">
          <a:xfrm>
            <a:off x="1447800" y="3505200"/>
            <a:ext cx="9906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4998" name="Oval 5"/>
          <p:cNvSpPr>
            <a:spLocks noChangeArrowheads="1"/>
          </p:cNvSpPr>
          <p:nvPr/>
        </p:nvSpPr>
        <p:spPr bwMode="auto">
          <a:xfrm>
            <a:off x="4724400" y="3352800"/>
            <a:ext cx="1143000" cy="990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4999" name="TextBox 6"/>
          <p:cNvSpPr txBox="1">
            <a:spLocks noChangeArrowheads="1"/>
          </p:cNvSpPr>
          <p:nvPr/>
        </p:nvSpPr>
        <p:spPr bwMode="auto">
          <a:xfrm>
            <a:off x="1524000" y="3733800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q0</a:t>
            </a:r>
          </a:p>
        </p:txBody>
      </p:sp>
      <p:sp>
        <p:nvSpPr>
          <p:cNvPr id="85000" name="TextBox 7"/>
          <p:cNvSpPr txBox="1">
            <a:spLocks noChangeArrowheads="1"/>
          </p:cNvSpPr>
          <p:nvPr/>
        </p:nvSpPr>
        <p:spPr bwMode="auto">
          <a:xfrm>
            <a:off x="4953000" y="3548063"/>
            <a:ext cx="914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q1</a:t>
            </a:r>
          </a:p>
        </p:txBody>
      </p:sp>
      <p:sp>
        <p:nvSpPr>
          <p:cNvPr id="85001" name="Oval 8"/>
          <p:cNvSpPr>
            <a:spLocks noChangeArrowheads="1"/>
          </p:cNvSpPr>
          <p:nvPr/>
        </p:nvSpPr>
        <p:spPr bwMode="auto">
          <a:xfrm>
            <a:off x="4572000" y="3141663"/>
            <a:ext cx="1447800" cy="1430337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5002" name="Straight Arrow Connector 10"/>
          <p:cNvCxnSpPr>
            <a:cxnSpLocks noChangeShapeType="1"/>
          </p:cNvCxnSpPr>
          <p:nvPr/>
        </p:nvCxnSpPr>
        <p:spPr bwMode="auto">
          <a:xfrm flipV="1">
            <a:off x="609600" y="3848100"/>
            <a:ext cx="914400" cy="95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5003" name="Straight Arrow Connector 12"/>
          <p:cNvCxnSpPr>
            <a:cxnSpLocks noChangeShapeType="1"/>
          </p:cNvCxnSpPr>
          <p:nvPr/>
        </p:nvCxnSpPr>
        <p:spPr bwMode="auto">
          <a:xfrm>
            <a:off x="2438400" y="3733800"/>
            <a:ext cx="2133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Freeform 29"/>
          <p:cNvSpPr>
            <a:spLocks/>
          </p:cNvSpPr>
          <p:nvPr/>
        </p:nvSpPr>
        <p:spPr bwMode="auto">
          <a:xfrm>
            <a:off x="1524000" y="273685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Freeform 29"/>
          <p:cNvSpPr>
            <a:spLocks/>
          </p:cNvSpPr>
          <p:nvPr/>
        </p:nvSpPr>
        <p:spPr bwMode="auto">
          <a:xfrm>
            <a:off x="4953000" y="2405063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006" name="TextBox 22"/>
          <p:cNvSpPr txBox="1">
            <a:spLocks noChangeArrowheads="1"/>
          </p:cNvSpPr>
          <p:nvPr/>
        </p:nvSpPr>
        <p:spPr bwMode="auto">
          <a:xfrm>
            <a:off x="1889125" y="1949450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5007" name="TextBox 22"/>
          <p:cNvSpPr txBox="1">
            <a:spLocks noChangeArrowheads="1"/>
          </p:cNvSpPr>
          <p:nvPr/>
        </p:nvSpPr>
        <p:spPr bwMode="auto">
          <a:xfrm>
            <a:off x="5343525" y="1901825"/>
            <a:ext cx="68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17" name="Arc 16"/>
          <p:cNvSpPr/>
          <p:nvPr/>
        </p:nvSpPr>
        <p:spPr bwMode="auto">
          <a:xfrm rot="9147734">
            <a:off x="2309813" y="3036888"/>
            <a:ext cx="2474912" cy="2470150"/>
          </a:xfrm>
          <a:prstGeom prst="arc">
            <a:avLst>
              <a:gd name="adj1" fmla="val 12796376"/>
              <a:gd name="adj2" fmla="val 1573177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5009" name="TextBox 1"/>
          <p:cNvSpPr txBox="1">
            <a:spLocks noChangeArrowheads="1"/>
          </p:cNvSpPr>
          <p:nvPr/>
        </p:nvSpPr>
        <p:spPr bwMode="auto">
          <a:xfrm>
            <a:off x="2895600" y="3141663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5010" name="TextBox 18"/>
          <p:cNvSpPr txBox="1">
            <a:spLocks noChangeArrowheads="1"/>
          </p:cNvSpPr>
          <p:nvPr/>
        </p:nvSpPr>
        <p:spPr bwMode="auto">
          <a:xfrm>
            <a:off x="3276600" y="4845050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9354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- na(w)mod3=0, ∑={ a,b} </a:t>
            </a:r>
          </a:p>
        </p:txBody>
      </p:sp>
      <p:sp>
        <p:nvSpPr>
          <p:cNvPr id="8601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3F7D11BE-D92C-4FBA-A36C-D7C6D91F2CDE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20" name="Oval 4"/>
          <p:cNvSpPr>
            <a:spLocks noChangeArrowheads="1"/>
          </p:cNvSpPr>
          <p:nvPr/>
        </p:nvSpPr>
        <p:spPr bwMode="auto">
          <a:xfrm>
            <a:off x="2095500" y="2971800"/>
            <a:ext cx="8382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6021" name="Oval 5"/>
          <p:cNvSpPr>
            <a:spLocks noChangeArrowheads="1"/>
          </p:cNvSpPr>
          <p:nvPr/>
        </p:nvSpPr>
        <p:spPr bwMode="auto">
          <a:xfrm>
            <a:off x="3733800" y="2971800"/>
            <a:ext cx="8382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6022" name="Oval 8"/>
          <p:cNvSpPr>
            <a:spLocks noChangeArrowheads="1"/>
          </p:cNvSpPr>
          <p:nvPr/>
        </p:nvSpPr>
        <p:spPr bwMode="auto">
          <a:xfrm>
            <a:off x="5486400" y="2895600"/>
            <a:ext cx="8382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6023" name="Oval 9"/>
          <p:cNvSpPr>
            <a:spLocks noChangeArrowheads="1"/>
          </p:cNvSpPr>
          <p:nvPr/>
        </p:nvSpPr>
        <p:spPr bwMode="auto">
          <a:xfrm>
            <a:off x="1905000" y="2895600"/>
            <a:ext cx="12192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6024" name="Straight Connector 11"/>
          <p:cNvCxnSpPr>
            <a:cxnSpLocks noChangeShapeType="1"/>
            <a:endCxn id="86023" idx="2"/>
          </p:cNvCxnSpPr>
          <p:nvPr/>
        </p:nvCxnSpPr>
        <p:spPr bwMode="auto">
          <a:xfrm>
            <a:off x="990600" y="3352800"/>
            <a:ext cx="9144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Freeform 29"/>
          <p:cNvSpPr>
            <a:spLocks/>
          </p:cNvSpPr>
          <p:nvPr/>
        </p:nvSpPr>
        <p:spPr bwMode="auto">
          <a:xfrm>
            <a:off x="2095500" y="21209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Freeform 29"/>
          <p:cNvSpPr>
            <a:spLocks/>
          </p:cNvSpPr>
          <p:nvPr/>
        </p:nvSpPr>
        <p:spPr bwMode="auto">
          <a:xfrm>
            <a:off x="3749675" y="211455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Freeform 29"/>
          <p:cNvSpPr>
            <a:spLocks/>
          </p:cNvSpPr>
          <p:nvPr/>
        </p:nvSpPr>
        <p:spPr bwMode="auto">
          <a:xfrm>
            <a:off x="5575300" y="207645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028" name="TextBox 15"/>
          <p:cNvSpPr txBox="1">
            <a:spLocks noChangeArrowheads="1"/>
          </p:cNvSpPr>
          <p:nvPr/>
        </p:nvSpPr>
        <p:spPr bwMode="auto">
          <a:xfrm>
            <a:off x="2095500" y="1631950"/>
            <a:ext cx="827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86029" name="TextBox 16"/>
          <p:cNvSpPr txBox="1">
            <a:spLocks noChangeArrowheads="1"/>
          </p:cNvSpPr>
          <p:nvPr/>
        </p:nvSpPr>
        <p:spPr bwMode="auto">
          <a:xfrm>
            <a:off x="3995738" y="1631950"/>
            <a:ext cx="827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86030" name="TextBox 17"/>
          <p:cNvSpPr txBox="1">
            <a:spLocks noChangeArrowheads="1"/>
          </p:cNvSpPr>
          <p:nvPr/>
        </p:nvSpPr>
        <p:spPr bwMode="auto">
          <a:xfrm>
            <a:off x="6161088" y="1760538"/>
            <a:ext cx="827087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86031" name="TextBox 18"/>
          <p:cNvSpPr txBox="1">
            <a:spLocks noChangeArrowheads="1"/>
          </p:cNvSpPr>
          <p:nvPr/>
        </p:nvSpPr>
        <p:spPr bwMode="auto">
          <a:xfrm>
            <a:off x="304800" y="914400"/>
            <a:ext cx="7467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L={ </a:t>
            </a:r>
            <a:r>
              <a:rPr lang="el-GR" altLang="en-US"/>
              <a:t>λ</a:t>
            </a:r>
            <a:r>
              <a:rPr lang="en-US" altLang="en-US"/>
              <a:t>,bbbb,aaabbb,aaaaaabbb,….}</a:t>
            </a:r>
          </a:p>
        </p:txBody>
      </p:sp>
      <p:cxnSp>
        <p:nvCxnSpPr>
          <p:cNvPr id="86032" name="Straight Arrow Connector 2"/>
          <p:cNvCxnSpPr>
            <a:cxnSpLocks noChangeShapeType="1"/>
            <a:stCxn id="86023" idx="6"/>
          </p:cNvCxnSpPr>
          <p:nvPr/>
        </p:nvCxnSpPr>
        <p:spPr bwMode="auto">
          <a:xfrm>
            <a:off x="3124200" y="3352800"/>
            <a:ext cx="609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033" name="Straight Arrow Connector 4"/>
          <p:cNvCxnSpPr>
            <a:cxnSpLocks noChangeShapeType="1"/>
            <a:stCxn id="86021" idx="6"/>
          </p:cNvCxnSpPr>
          <p:nvPr/>
        </p:nvCxnSpPr>
        <p:spPr bwMode="auto">
          <a:xfrm>
            <a:off x="4572000" y="3314700"/>
            <a:ext cx="9144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6034" name="TextBox 6"/>
          <p:cNvSpPr txBox="1">
            <a:spLocks noChangeArrowheads="1"/>
          </p:cNvSpPr>
          <p:nvPr/>
        </p:nvSpPr>
        <p:spPr bwMode="auto">
          <a:xfrm>
            <a:off x="3124200" y="292735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86035" name="TextBox 22"/>
          <p:cNvSpPr txBox="1">
            <a:spLocks noChangeArrowheads="1"/>
          </p:cNvSpPr>
          <p:nvPr/>
        </p:nvSpPr>
        <p:spPr bwMode="auto">
          <a:xfrm>
            <a:off x="4040188" y="4876800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86036" name="TextBox 23"/>
          <p:cNvSpPr txBox="1">
            <a:spLocks noChangeArrowheads="1"/>
          </p:cNvSpPr>
          <p:nvPr/>
        </p:nvSpPr>
        <p:spPr bwMode="auto">
          <a:xfrm>
            <a:off x="4808538" y="2833688"/>
            <a:ext cx="609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25" name="Arc 24"/>
          <p:cNvSpPr/>
          <p:nvPr/>
        </p:nvSpPr>
        <p:spPr bwMode="auto">
          <a:xfrm rot="8023195">
            <a:off x="2728119" y="1934369"/>
            <a:ext cx="3417887" cy="3641725"/>
          </a:xfrm>
          <a:prstGeom prst="arc">
            <a:avLst>
              <a:gd name="adj1" fmla="val 13322338"/>
              <a:gd name="adj2" fmla="val 274716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52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DFA- nb(w)mod4=1, ∑={ a,b} </a:t>
            </a:r>
          </a:p>
        </p:txBody>
      </p:sp>
      <p:sp>
        <p:nvSpPr>
          <p:cNvPr id="8704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FC34459-7984-4430-A959-CEFDEDC6CCE3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44" name="Oval 3"/>
          <p:cNvSpPr>
            <a:spLocks noChangeArrowheads="1"/>
          </p:cNvSpPr>
          <p:nvPr/>
        </p:nvSpPr>
        <p:spPr bwMode="auto">
          <a:xfrm>
            <a:off x="1177925" y="2992438"/>
            <a:ext cx="7620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7045" name="Oval 4"/>
          <p:cNvSpPr>
            <a:spLocks noChangeArrowheads="1"/>
          </p:cNvSpPr>
          <p:nvPr/>
        </p:nvSpPr>
        <p:spPr bwMode="auto">
          <a:xfrm>
            <a:off x="2892425" y="2928938"/>
            <a:ext cx="8382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7046" name="Oval 5"/>
          <p:cNvSpPr>
            <a:spLocks noChangeArrowheads="1"/>
          </p:cNvSpPr>
          <p:nvPr/>
        </p:nvSpPr>
        <p:spPr bwMode="auto">
          <a:xfrm>
            <a:off x="4724400" y="2971800"/>
            <a:ext cx="7620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7047" name="Oval 6"/>
          <p:cNvSpPr>
            <a:spLocks noChangeArrowheads="1"/>
          </p:cNvSpPr>
          <p:nvPr/>
        </p:nvSpPr>
        <p:spPr bwMode="auto">
          <a:xfrm>
            <a:off x="6629400" y="2895600"/>
            <a:ext cx="7620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7048" name="Straight Arrow Connector 8"/>
          <p:cNvCxnSpPr>
            <a:cxnSpLocks noChangeShapeType="1"/>
            <a:endCxn id="87044" idx="2"/>
          </p:cNvCxnSpPr>
          <p:nvPr/>
        </p:nvCxnSpPr>
        <p:spPr bwMode="auto">
          <a:xfrm>
            <a:off x="304800" y="3276600"/>
            <a:ext cx="873125" cy="587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7049" name="Oval 12"/>
          <p:cNvSpPr>
            <a:spLocks noChangeArrowheads="1"/>
          </p:cNvSpPr>
          <p:nvPr/>
        </p:nvSpPr>
        <p:spPr bwMode="auto">
          <a:xfrm>
            <a:off x="2701925" y="2811463"/>
            <a:ext cx="1219200" cy="990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" name="Freeform 29"/>
          <p:cNvSpPr>
            <a:spLocks/>
          </p:cNvSpPr>
          <p:nvPr/>
        </p:nvSpPr>
        <p:spPr bwMode="auto">
          <a:xfrm>
            <a:off x="1112838" y="223043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Freeform 29"/>
          <p:cNvSpPr>
            <a:spLocks/>
          </p:cNvSpPr>
          <p:nvPr/>
        </p:nvSpPr>
        <p:spPr bwMode="auto">
          <a:xfrm>
            <a:off x="2911475" y="20193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Freeform 29"/>
          <p:cNvSpPr>
            <a:spLocks/>
          </p:cNvSpPr>
          <p:nvPr/>
        </p:nvSpPr>
        <p:spPr bwMode="auto">
          <a:xfrm>
            <a:off x="6626225" y="214153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Freeform 29"/>
          <p:cNvSpPr>
            <a:spLocks/>
          </p:cNvSpPr>
          <p:nvPr/>
        </p:nvSpPr>
        <p:spPr bwMode="auto">
          <a:xfrm>
            <a:off x="4683125" y="2230438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054" name="TextBox 17"/>
          <p:cNvSpPr txBox="1">
            <a:spLocks noChangeArrowheads="1"/>
          </p:cNvSpPr>
          <p:nvPr/>
        </p:nvSpPr>
        <p:spPr bwMode="auto">
          <a:xfrm>
            <a:off x="1112838" y="1828800"/>
            <a:ext cx="827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87055" name="TextBox 18"/>
          <p:cNvSpPr txBox="1">
            <a:spLocks noChangeArrowheads="1"/>
          </p:cNvSpPr>
          <p:nvPr/>
        </p:nvSpPr>
        <p:spPr bwMode="auto">
          <a:xfrm>
            <a:off x="2562225" y="1614488"/>
            <a:ext cx="8286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87056" name="TextBox 19"/>
          <p:cNvSpPr txBox="1">
            <a:spLocks noChangeArrowheads="1"/>
          </p:cNvSpPr>
          <p:nvPr/>
        </p:nvSpPr>
        <p:spPr bwMode="auto">
          <a:xfrm>
            <a:off x="4502150" y="1724025"/>
            <a:ext cx="8286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sp>
        <p:nvSpPr>
          <p:cNvPr id="87057" name="TextBox 20"/>
          <p:cNvSpPr txBox="1">
            <a:spLocks noChangeArrowheads="1"/>
          </p:cNvSpPr>
          <p:nvPr/>
        </p:nvSpPr>
        <p:spPr bwMode="auto">
          <a:xfrm>
            <a:off x="6456363" y="1679575"/>
            <a:ext cx="8286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</a:t>
            </a:r>
          </a:p>
        </p:txBody>
      </p:sp>
      <p:cxnSp>
        <p:nvCxnSpPr>
          <p:cNvPr id="87058" name="Straight Arrow Connector 2"/>
          <p:cNvCxnSpPr>
            <a:cxnSpLocks noChangeShapeType="1"/>
            <a:stCxn id="87044" idx="6"/>
            <a:endCxn id="87049" idx="2"/>
          </p:cNvCxnSpPr>
          <p:nvPr/>
        </p:nvCxnSpPr>
        <p:spPr bwMode="auto">
          <a:xfrm flipV="1">
            <a:off x="1939925" y="3306763"/>
            <a:ext cx="762000" cy="2857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059" name="Straight Arrow Connector 4"/>
          <p:cNvCxnSpPr>
            <a:cxnSpLocks noChangeShapeType="1"/>
            <a:stCxn id="87049" idx="6"/>
            <a:endCxn id="87046" idx="2"/>
          </p:cNvCxnSpPr>
          <p:nvPr/>
        </p:nvCxnSpPr>
        <p:spPr bwMode="auto">
          <a:xfrm>
            <a:off x="3921125" y="3306763"/>
            <a:ext cx="803275" cy="79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7060" name="Straight Arrow Connector 6"/>
          <p:cNvCxnSpPr>
            <a:cxnSpLocks noChangeShapeType="1"/>
            <a:stCxn id="87046" idx="6"/>
            <a:endCxn id="87047" idx="2"/>
          </p:cNvCxnSpPr>
          <p:nvPr/>
        </p:nvCxnSpPr>
        <p:spPr bwMode="auto">
          <a:xfrm flipV="1">
            <a:off x="5486400" y="3276600"/>
            <a:ext cx="11430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Arc 24"/>
          <p:cNvSpPr/>
          <p:nvPr/>
        </p:nvSpPr>
        <p:spPr bwMode="auto">
          <a:xfrm rot="8023195">
            <a:off x="1448594" y="607219"/>
            <a:ext cx="5789612" cy="5219700"/>
          </a:xfrm>
          <a:prstGeom prst="arc">
            <a:avLst>
              <a:gd name="adj1" fmla="val 14064751"/>
              <a:gd name="adj2" fmla="val 2107538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7062" name="TextBox 18"/>
          <p:cNvSpPr txBox="1">
            <a:spLocks noChangeArrowheads="1"/>
          </p:cNvSpPr>
          <p:nvPr/>
        </p:nvSpPr>
        <p:spPr bwMode="auto">
          <a:xfrm>
            <a:off x="4087813" y="5221288"/>
            <a:ext cx="8286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87063" name="TextBox 18"/>
          <p:cNvSpPr txBox="1">
            <a:spLocks noChangeArrowheads="1"/>
          </p:cNvSpPr>
          <p:nvPr/>
        </p:nvSpPr>
        <p:spPr bwMode="auto">
          <a:xfrm>
            <a:off x="2130425" y="2749550"/>
            <a:ext cx="8286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87064" name="TextBox 18"/>
          <p:cNvSpPr txBox="1">
            <a:spLocks noChangeArrowheads="1"/>
          </p:cNvSpPr>
          <p:nvPr/>
        </p:nvSpPr>
        <p:spPr bwMode="auto">
          <a:xfrm>
            <a:off x="4016375" y="2674938"/>
            <a:ext cx="8286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  <p:sp>
        <p:nvSpPr>
          <p:cNvPr id="87065" name="TextBox 18"/>
          <p:cNvSpPr txBox="1">
            <a:spLocks noChangeArrowheads="1"/>
          </p:cNvSpPr>
          <p:nvPr/>
        </p:nvSpPr>
        <p:spPr bwMode="auto">
          <a:xfrm>
            <a:off x="5721350" y="2709863"/>
            <a:ext cx="8286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6436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– n1(w)mod3=2, ∑={ 0,1}</a:t>
            </a:r>
          </a:p>
        </p:txBody>
      </p:sp>
      <p:sp>
        <p:nvSpPr>
          <p:cNvPr id="88067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7C7981A5-BAC2-4F03-82DB-0B537F0DC3F9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068" name="Oval 3"/>
          <p:cNvSpPr>
            <a:spLocks noChangeArrowheads="1"/>
          </p:cNvSpPr>
          <p:nvPr/>
        </p:nvSpPr>
        <p:spPr bwMode="auto">
          <a:xfrm>
            <a:off x="762000" y="2895600"/>
            <a:ext cx="10668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8069" name="Oval 4"/>
          <p:cNvSpPr>
            <a:spLocks noChangeArrowheads="1"/>
          </p:cNvSpPr>
          <p:nvPr/>
        </p:nvSpPr>
        <p:spPr bwMode="auto">
          <a:xfrm>
            <a:off x="3200400" y="2895600"/>
            <a:ext cx="10668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8070" name="Oval 5"/>
          <p:cNvSpPr>
            <a:spLocks noChangeArrowheads="1"/>
          </p:cNvSpPr>
          <p:nvPr/>
        </p:nvSpPr>
        <p:spPr bwMode="auto">
          <a:xfrm>
            <a:off x="5943600" y="2819400"/>
            <a:ext cx="1143000" cy="9906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8071" name="Oval 6"/>
          <p:cNvSpPr>
            <a:spLocks noChangeArrowheads="1"/>
          </p:cNvSpPr>
          <p:nvPr/>
        </p:nvSpPr>
        <p:spPr bwMode="auto">
          <a:xfrm>
            <a:off x="6172200" y="2895600"/>
            <a:ext cx="6858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8072" name="Straight Arrow Connector 8"/>
          <p:cNvCxnSpPr>
            <a:cxnSpLocks noChangeShapeType="1"/>
            <a:endCxn id="88068" idx="2"/>
          </p:cNvCxnSpPr>
          <p:nvPr/>
        </p:nvCxnSpPr>
        <p:spPr bwMode="auto">
          <a:xfrm flipV="1">
            <a:off x="152400" y="3352800"/>
            <a:ext cx="6096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Freeform 29"/>
          <p:cNvSpPr>
            <a:spLocks/>
          </p:cNvSpPr>
          <p:nvPr/>
        </p:nvSpPr>
        <p:spPr bwMode="auto">
          <a:xfrm>
            <a:off x="863600" y="2044700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29"/>
          <p:cNvSpPr>
            <a:spLocks/>
          </p:cNvSpPr>
          <p:nvPr/>
        </p:nvSpPr>
        <p:spPr bwMode="auto">
          <a:xfrm>
            <a:off x="3378200" y="2006600"/>
            <a:ext cx="660400" cy="9271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29"/>
          <p:cNvSpPr>
            <a:spLocks/>
          </p:cNvSpPr>
          <p:nvPr/>
        </p:nvSpPr>
        <p:spPr bwMode="auto">
          <a:xfrm>
            <a:off x="6172200" y="2005013"/>
            <a:ext cx="660400" cy="850900"/>
          </a:xfrm>
          <a:custGeom>
            <a:avLst/>
            <a:gdLst>
              <a:gd name="T0" fmla="*/ 2147483646 w 416"/>
              <a:gd name="T1" fmla="*/ 2147483646 h 536"/>
              <a:gd name="T2" fmla="*/ 2147483646 w 416"/>
              <a:gd name="T3" fmla="*/ 2147483646 h 536"/>
              <a:gd name="T4" fmla="*/ 2147483646 w 416"/>
              <a:gd name="T5" fmla="*/ 2147483646 h 536"/>
              <a:gd name="T6" fmla="*/ 2147483646 w 416"/>
              <a:gd name="T7" fmla="*/ 2147483646 h 536"/>
              <a:gd name="T8" fmla="*/ 2147483646 w 416"/>
              <a:gd name="T9" fmla="*/ 2147483646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076" name="TextBox 12"/>
          <p:cNvSpPr txBox="1">
            <a:spLocks noChangeArrowheads="1"/>
          </p:cNvSpPr>
          <p:nvPr/>
        </p:nvSpPr>
        <p:spPr bwMode="auto">
          <a:xfrm>
            <a:off x="762000" y="1524000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8077" name="TextBox 14"/>
          <p:cNvSpPr txBox="1">
            <a:spLocks noChangeArrowheads="1"/>
          </p:cNvSpPr>
          <p:nvPr/>
        </p:nvSpPr>
        <p:spPr bwMode="auto">
          <a:xfrm>
            <a:off x="3200400" y="1498600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sp>
        <p:nvSpPr>
          <p:cNvPr id="88078" name="TextBox 15"/>
          <p:cNvSpPr txBox="1">
            <a:spLocks noChangeArrowheads="1"/>
          </p:cNvSpPr>
          <p:nvPr/>
        </p:nvSpPr>
        <p:spPr bwMode="auto">
          <a:xfrm>
            <a:off x="6534150" y="1482725"/>
            <a:ext cx="12954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0</a:t>
            </a:r>
          </a:p>
        </p:txBody>
      </p:sp>
      <p:cxnSp>
        <p:nvCxnSpPr>
          <p:cNvPr id="88079" name="Straight Arrow Connector 2"/>
          <p:cNvCxnSpPr>
            <a:cxnSpLocks noChangeShapeType="1"/>
            <a:stCxn id="88068" idx="6"/>
            <a:endCxn id="88069" idx="2"/>
          </p:cNvCxnSpPr>
          <p:nvPr/>
        </p:nvCxnSpPr>
        <p:spPr bwMode="auto">
          <a:xfrm>
            <a:off x="1828800" y="3352800"/>
            <a:ext cx="1371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080" name="Straight Arrow Connector 4"/>
          <p:cNvCxnSpPr>
            <a:cxnSpLocks noChangeShapeType="1"/>
            <a:stCxn id="88069" idx="6"/>
            <a:endCxn id="88070" idx="2"/>
          </p:cNvCxnSpPr>
          <p:nvPr/>
        </p:nvCxnSpPr>
        <p:spPr bwMode="auto">
          <a:xfrm flipV="1">
            <a:off x="4267200" y="3314700"/>
            <a:ext cx="1676400" cy="381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Arc 19"/>
          <p:cNvSpPr/>
          <p:nvPr/>
        </p:nvSpPr>
        <p:spPr bwMode="auto">
          <a:xfrm rot="8023195">
            <a:off x="1430338" y="1757363"/>
            <a:ext cx="4835525" cy="4105275"/>
          </a:xfrm>
          <a:prstGeom prst="arc">
            <a:avLst>
              <a:gd name="adj1" fmla="val 13322338"/>
              <a:gd name="adj2" fmla="val 3052538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8082" name="TextBox 14"/>
          <p:cNvSpPr txBox="1">
            <a:spLocks noChangeArrowheads="1"/>
          </p:cNvSpPr>
          <p:nvPr/>
        </p:nvSpPr>
        <p:spPr bwMode="auto">
          <a:xfrm>
            <a:off x="2197100" y="2681288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8083" name="TextBox 14"/>
          <p:cNvSpPr txBox="1">
            <a:spLocks noChangeArrowheads="1"/>
          </p:cNvSpPr>
          <p:nvPr/>
        </p:nvSpPr>
        <p:spPr bwMode="auto">
          <a:xfrm>
            <a:off x="4808538" y="2641600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  <p:sp>
        <p:nvSpPr>
          <p:cNvPr id="88084" name="TextBox 14"/>
          <p:cNvSpPr txBox="1">
            <a:spLocks noChangeArrowheads="1"/>
          </p:cNvSpPr>
          <p:nvPr/>
        </p:nvSpPr>
        <p:spPr bwMode="auto">
          <a:xfrm>
            <a:off x="3390900" y="5233988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223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–lwlmod2=0,</a:t>
            </a:r>
          </a:p>
        </p:txBody>
      </p:sp>
      <p:sp>
        <p:nvSpPr>
          <p:cNvPr id="89091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99204715-C220-49DA-9C88-15FE268413E9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2" name="Oval 3"/>
          <p:cNvSpPr>
            <a:spLocks noChangeArrowheads="1"/>
          </p:cNvSpPr>
          <p:nvPr/>
        </p:nvSpPr>
        <p:spPr bwMode="auto">
          <a:xfrm>
            <a:off x="1905000" y="3048000"/>
            <a:ext cx="8382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9093" name="Oval 4"/>
          <p:cNvSpPr>
            <a:spLocks noChangeArrowheads="1"/>
          </p:cNvSpPr>
          <p:nvPr/>
        </p:nvSpPr>
        <p:spPr bwMode="auto">
          <a:xfrm>
            <a:off x="4191000" y="2971800"/>
            <a:ext cx="10668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89094" name="Oval 5"/>
          <p:cNvSpPr>
            <a:spLocks noChangeArrowheads="1"/>
          </p:cNvSpPr>
          <p:nvPr/>
        </p:nvSpPr>
        <p:spPr bwMode="auto">
          <a:xfrm>
            <a:off x="1676400" y="2895600"/>
            <a:ext cx="1295400" cy="1219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89095" name="Straight Arrow Connector 7"/>
          <p:cNvCxnSpPr>
            <a:cxnSpLocks noChangeShapeType="1"/>
            <a:endCxn id="89094" idx="2"/>
          </p:cNvCxnSpPr>
          <p:nvPr/>
        </p:nvCxnSpPr>
        <p:spPr bwMode="auto">
          <a:xfrm>
            <a:off x="685800" y="3505200"/>
            <a:ext cx="9906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9096" name="Straight Arrow Connector 9"/>
          <p:cNvCxnSpPr>
            <a:cxnSpLocks noChangeShapeType="1"/>
            <a:stCxn id="89094" idx="6"/>
            <a:endCxn id="89093" idx="2"/>
          </p:cNvCxnSpPr>
          <p:nvPr/>
        </p:nvCxnSpPr>
        <p:spPr bwMode="auto">
          <a:xfrm flipV="1">
            <a:off x="2971800" y="3429000"/>
            <a:ext cx="1219200" cy="762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Arc 9"/>
          <p:cNvSpPr/>
          <p:nvPr/>
        </p:nvSpPr>
        <p:spPr bwMode="auto">
          <a:xfrm rot="9147734">
            <a:off x="2309813" y="3036888"/>
            <a:ext cx="2474912" cy="2470150"/>
          </a:xfrm>
          <a:prstGeom prst="arc">
            <a:avLst>
              <a:gd name="adj1" fmla="val 11377892"/>
              <a:gd name="adj2" fmla="val 2106674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89098" name="TextBox 1"/>
          <p:cNvSpPr txBox="1">
            <a:spLocks noChangeArrowheads="1"/>
          </p:cNvSpPr>
          <p:nvPr/>
        </p:nvSpPr>
        <p:spPr bwMode="auto">
          <a:xfrm>
            <a:off x="2971800" y="2971800"/>
            <a:ext cx="106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89099" name="TextBox 12"/>
          <p:cNvSpPr txBox="1">
            <a:spLocks noChangeArrowheads="1"/>
          </p:cNvSpPr>
          <p:nvPr/>
        </p:nvSpPr>
        <p:spPr bwMode="auto">
          <a:xfrm>
            <a:off x="3048000" y="4814888"/>
            <a:ext cx="1066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</p:spTree>
    <p:extLst>
      <p:ext uri="{BB962C8B-B14F-4D97-AF65-F5344CB8AC3E}">
        <p14:creationId xmlns:p14="http://schemas.microsoft.com/office/powerpoint/2010/main" val="40141817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– lwlmod2=1</a:t>
            </a:r>
          </a:p>
        </p:txBody>
      </p:sp>
      <p:sp>
        <p:nvSpPr>
          <p:cNvPr id="9011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FD90CB7-9699-4099-8594-A635923943F1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6" name="Oval 3"/>
          <p:cNvSpPr>
            <a:spLocks noChangeArrowheads="1"/>
          </p:cNvSpPr>
          <p:nvPr/>
        </p:nvSpPr>
        <p:spPr bwMode="auto">
          <a:xfrm>
            <a:off x="1600200" y="3124200"/>
            <a:ext cx="914400" cy="7620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0117" name="Oval 4"/>
          <p:cNvSpPr>
            <a:spLocks noChangeArrowheads="1"/>
          </p:cNvSpPr>
          <p:nvPr/>
        </p:nvSpPr>
        <p:spPr bwMode="auto">
          <a:xfrm>
            <a:off x="4267200" y="3124200"/>
            <a:ext cx="1371600" cy="1066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0118" name="Oval 5"/>
          <p:cNvSpPr>
            <a:spLocks noChangeArrowheads="1"/>
          </p:cNvSpPr>
          <p:nvPr/>
        </p:nvSpPr>
        <p:spPr bwMode="auto">
          <a:xfrm>
            <a:off x="4495800" y="3352800"/>
            <a:ext cx="9144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90119" name="Straight Arrow Connector 7"/>
          <p:cNvCxnSpPr>
            <a:cxnSpLocks noChangeShapeType="1"/>
            <a:endCxn id="90116" idx="2"/>
          </p:cNvCxnSpPr>
          <p:nvPr/>
        </p:nvCxnSpPr>
        <p:spPr bwMode="auto">
          <a:xfrm>
            <a:off x="533400" y="3505200"/>
            <a:ext cx="10668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0120" name="Straight Arrow Connector 9"/>
          <p:cNvCxnSpPr>
            <a:cxnSpLocks noChangeShapeType="1"/>
            <a:stCxn id="90116" idx="6"/>
            <a:endCxn id="90117" idx="2"/>
          </p:cNvCxnSpPr>
          <p:nvPr/>
        </p:nvCxnSpPr>
        <p:spPr bwMode="auto">
          <a:xfrm>
            <a:off x="2514600" y="3505200"/>
            <a:ext cx="17526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121" name="TextBox 10"/>
          <p:cNvSpPr txBox="1">
            <a:spLocks noChangeArrowheads="1"/>
          </p:cNvSpPr>
          <p:nvPr/>
        </p:nvSpPr>
        <p:spPr bwMode="auto">
          <a:xfrm>
            <a:off x="3124200" y="3022600"/>
            <a:ext cx="1447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cxnSp>
        <p:nvCxnSpPr>
          <p:cNvPr id="90122" name="Straight Arrow Connector 12"/>
          <p:cNvCxnSpPr>
            <a:cxnSpLocks noChangeShapeType="1"/>
            <a:stCxn id="90117" idx="3"/>
          </p:cNvCxnSpPr>
          <p:nvPr/>
        </p:nvCxnSpPr>
        <p:spPr bwMode="auto">
          <a:xfrm flipH="1" flipV="1">
            <a:off x="2209800" y="3886200"/>
            <a:ext cx="2259013" cy="149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0123" name="TextBox 13"/>
          <p:cNvSpPr txBox="1">
            <a:spLocks noChangeArrowheads="1"/>
          </p:cNvSpPr>
          <p:nvPr/>
        </p:nvSpPr>
        <p:spPr bwMode="auto">
          <a:xfrm>
            <a:off x="2933700" y="4014788"/>
            <a:ext cx="1447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90124" name="TextBox 14"/>
          <p:cNvSpPr txBox="1">
            <a:spLocks noChangeArrowheads="1"/>
          </p:cNvSpPr>
          <p:nvPr/>
        </p:nvSpPr>
        <p:spPr bwMode="auto">
          <a:xfrm>
            <a:off x="838200" y="1295400"/>
            <a:ext cx="6096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L={a,b,aaa,aba,aab,baa,bbb,baba,bba,….</a:t>
            </a:r>
          </a:p>
        </p:txBody>
      </p:sp>
    </p:spTree>
    <p:extLst>
      <p:ext uri="{BB962C8B-B14F-4D97-AF65-F5344CB8AC3E}">
        <p14:creationId xmlns:p14="http://schemas.microsoft.com/office/powerpoint/2010/main" val="3683079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DFA –lwlmod3=0, ∑={ 0,1}</a:t>
            </a:r>
          </a:p>
        </p:txBody>
      </p:sp>
      <p:sp>
        <p:nvSpPr>
          <p:cNvPr id="9113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B5C6808E-D51F-4451-BE4D-A26BF15F7DEE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0" name="Oval 3"/>
          <p:cNvSpPr>
            <a:spLocks noChangeArrowheads="1"/>
          </p:cNvSpPr>
          <p:nvPr/>
        </p:nvSpPr>
        <p:spPr bwMode="auto">
          <a:xfrm>
            <a:off x="1524000" y="3200400"/>
            <a:ext cx="762000" cy="6858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1141" name="Oval 4"/>
          <p:cNvSpPr>
            <a:spLocks noChangeArrowheads="1"/>
          </p:cNvSpPr>
          <p:nvPr/>
        </p:nvSpPr>
        <p:spPr bwMode="auto">
          <a:xfrm>
            <a:off x="3962400" y="3124200"/>
            <a:ext cx="8382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1142" name="Oval 5"/>
          <p:cNvSpPr>
            <a:spLocks noChangeArrowheads="1"/>
          </p:cNvSpPr>
          <p:nvPr/>
        </p:nvSpPr>
        <p:spPr bwMode="auto">
          <a:xfrm>
            <a:off x="6553200" y="3048000"/>
            <a:ext cx="914400" cy="8382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91143" name="Oval 6"/>
          <p:cNvSpPr>
            <a:spLocks noChangeArrowheads="1"/>
          </p:cNvSpPr>
          <p:nvPr/>
        </p:nvSpPr>
        <p:spPr bwMode="auto">
          <a:xfrm>
            <a:off x="1371600" y="3124200"/>
            <a:ext cx="1066800" cy="9144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cxnSp>
        <p:nvCxnSpPr>
          <p:cNvPr id="91144" name="Straight Arrow Connector 8"/>
          <p:cNvCxnSpPr>
            <a:cxnSpLocks noChangeShapeType="1"/>
            <a:endCxn id="91143" idx="2"/>
          </p:cNvCxnSpPr>
          <p:nvPr/>
        </p:nvCxnSpPr>
        <p:spPr bwMode="auto">
          <a:xfrm>
            <a:off x="152400" y="3429000"/>
            <a:ext cx="12192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145" name="Straight Arrow Connector 2"/>
          <p:cNvCxnSpPr>
            <a:cxnSpLocks noChangeShapeType="1"/>
            <a:stCxn id="91143" idx="6"/>
            <a:endCxn id="91141" idx="2"/>
          </p:cNvCxnSpPr>
          <p:nvPr/>
        </p:nvCxnSpPr>
        <p:spPr bwMode="auto">
          <a:xfrm>
            <a:off x="2438400" y="3581400"/>
            <a:ext cx="15240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1146" name="Straight Arrow Connector 4"/>
          <p:cNvCxnSpPr>
            <a:cxnSpLocks noChangeShapeType="1"/>
            <a:stCxn id="91141" idx="6"/>
            <a:endCxn id="91142" idx="2"/>
          </p:cNvCxnSpPr>
          <p:nvPr/>
        </p:nvCxnSpPr>
        <p:spPr bwMode="auto">
          <a:xfrm flipV="1">
            <a:off x="4800600" y="3467100"/>
            <a:ext cx="1752600" cy="114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Arc 14"/>
          <p:cNvSpPr/>
          <p:nvPr/>
        </p:nvSpPr>
        <p:spPr bwMode="auto">
          <a:xfrm rot="9147734">
            <a:off x="1917700" y="1689100"/>
            <a:ext cx="5051425" cy="4051300"/>
          </a:xfrm>
          <a:prstGeom prst="arc">
            <a:avLst>
              <a:gd name="adj1" fmla="val 12634083"/>
              <a:gd name="adj2" fmla="val 1208476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defRPr/>
            </a:pPr>
            <a:endParaRPr lang="en-US"/>
          </a:p>
        </p:txBody>
      </p:sp>
      <p:sp>
        <p:nvSpPr>
          <p:cNvPr id="91148" name="TextBox 5"/>
          <p:cNvSpPr txBox="1">
            <a:spLocks noChangeArrowheads="1"/>
          </p:cNvSpPr>
          <p:nvPr/>
        </p:nvSpPr>
        <p:spPr bwMode="auto">
          <a:xfrm>
            <a:off x="2543175" y="2959100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91149" name="TextBox 16"/>
          <p:cNvSpPr txBox="1">
            <a:spLocks noChangeArrowheads="1"/>
          </p:cNvSpPr>
          <p:nvPr/>
        </p:nvSpPr>
        <p:spPr bwMode="auto">
          <a:xfrm>
            <a:off x="5064125" y="2844800"/>
            <a:ext cx="1295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  <p:sp>
        <p:nvSpPr>
          <p:cNvPr id="91150" name="TextBox 17"/>
          <p:cNvSpPr txBox="1">
            <a:spLocks noChangeArrowheads="1"/>
          </p:cNvSpPr>
          <p:nvPr/>
        </p:nvSpPr>
        <p:spPr bwMode="auto">
          <a:xfrm>
            <a:off x="3765550" y="5002213"/>
            <a:ext cx="12954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/>
              <a:t>a,b</a:t>
            </a:r>
          </a:p>
        </p:txBody>
      </p:sp>
    </p:spTree>
    <p:extLst>
      <p:ext uri="{BB962C8B-B14F-4D97-AF65-F5344CB8AC3E}">
        <p14:creationId xmlns:p14="http://schemas.microsoft.com/office/powerpoint/2010/main" val="74018743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0E5B2953-0643-468F-B8C6-D653C5502CA2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4211" name="Title 3"/>
          <p:cNvSpPr>
            <a:spLocks noGrp="1"/>
          </p:cNvSpPr>
          <p:nvPr>
            <p:ph type="title"/>
          </p:nvPr>
        </p:nvSpPr>
        <p:spPr>
          <a:xfrm>
            <a:off x="182563" y="395288"/>
            <a:ext cx="8839200" cy="609600"/>
          </a:xfrm>
        </p:spPr>
        <p:txBody>
          <a:bodyPr/>
          <a:lstStyle/>
          <a:p>
            <a:r>
              <a:rPr lang="en-US" altLang="en-US"/>
              <a:t>No of a’s is even and no of b’s odd-eo</a:t>
            </a:r>
          </a:p>
        </p:txBody>
      </p:sp>
      <p:cxnSp>
        <p:nvCxnSpPr>
          <p:cNvPr id="94212" name="Straight Arrow Connector 10"/>
          <p:cNvCxnSpPr>
            <a:cxnSpLocks noChangeShapeType="1"/>
            <a:endCxn id="94220" idx="1"/>
          </p:cNvCxnSpPr>
          <p:nvPr/>
        </p:nvCxnSpPr>
        <p:spPr bwMode="auto">
          <a:xfrm>
            <a:off x="457200" y="2819400"/>
            <a:ext cx="1066800" cy="63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4213" name="Group 7"/>
          <p:cNvGrpSpPr>
            <a:grpSpLocks/>
          </p:cNvGrpSpPr>
          <p:nvPr/>
        </p:nvGrpSpPr>
        <p:grpSpPr bwMode="auto">
          <a:xfrm>
            <a:off x="876300" y="1192213"/>
            <a:ext cx="5856288" cy="5380037"/>
            <a:chOff x="876198" y="1191730"/>
            <a:chExt cx="5856781" cy="5379865"/>
          </a:xfrm>
        </p:grpSpPr>
        <p:sp>
          <p:nvSpPr>
            <p:cNvPr id="94214" name="TextBox 5"/>
            <p:cNvSpPr txBox="1">
              <a:spLocks noChangeArrowheads="1"/>
            </p:cNvSpPr>
            <p:nvPr/>
          </p:nvSpPr>
          <p:spPr bwMode="auto">
            <a:xfrm>
              <a:off x="3289401" y="1191730"/>
              <a:ext cx="29199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/>
                <a:t>a</a:t>
              </a:r>
            </a:p>
          </p:txBody>
        </p:sp>
        <p:grpSp>
          <p:nvGrpSpPr>
            <p:cNvPr id="94215" name="Group 6"/>
            <p:cNvGrpSpPr>
              <a:grpSpLocks/>
            </p:cNvGrpSpPr>
            <p:nvPr/>
          </p:nvGrpSpPr>
          <p:grpSpPr bwMode="auto">
            <a:xfrm>
              <a:off x="876198" y="1995367"/>
              <a:ext cx="5856781" cy="4576228"/>
              <a:chOff x="876198" y="1995367"/>
              <a:chExt cx="5856781" cy="4576228"/>
            </a:xfrm>
          </p:grpSpPr>
          <p:sp>
            <p:nvSpPr>
              <p:cNvPr id="94216" name="Oval 4"/>
              <p:cNvSpPr>
                <a:spLocks noChangeArrowheads="1"/>
              </p:cNvSpPr>
              <p:nvPr/>
            </p:nvSpPr>
            <p:spPr bwMode="auto">
              <a:xfrm>
                <a:off x="1524000" y="2362200"/>
                <a:ext cx="8382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4217" name="Oval 5"/>
              <p:cNvSpPr>
                <a:spLocks noChangeArrowheads="1"/>
              </p:cNvSpPr>
              <p:nvPr/>
            </p:nvSpPr>
            <p:spPr bwMode="auto">
              <a:xfrm>
                <a:off x="5022435" y="2240832"/>
                <a:ext cx="914400" cy="9144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4218" name="Oval 6"/>
              <p:cNvSpPr>
                <a:spLocks noChangeArrowheads="1"/>
              </p:cNvSpPr>
              <p:nvPr/>
            </p:nvSpPr>
            <p:spPr bwMode="auto">
              <a:xfrm>
                <a:off x="1752600" y="4876800"/>
                <a:ext cx="9144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4219" name="Oval 7"/>
              <p:cNvSpPr>
                <a:spLocks noChangeArrowheads="1"/>
              </p:cNvSpPr>
              <p:nvPr/>
            </p:nvSpPr>
            <p:spPr bwMode="auto">
              <a:xfrm>
                <a:off x="4924268" y="4839683"/>
                <a:ext cx="1066800" cy="9906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4220" name="TextBox 8"/>
              <p:cNvSpPr txBox="1">
                <a:spLocks noChangeArrowheads="1"/>
              </p:cNvSpPr>
              <p:nvPr/>
            </p:nvSpPr>
            <p:spPr bwMode="auto">
              <a:xfrm>
                <a:off x="1524000" y="2590800"/>
                <a:ext cx="7620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ee</a:t>
                </a:r>
              </a:p>
            </p:txBody>
          </p:sp>
          <p:sp>
            <p:nvSpPr>
              <p:cNvPr id="94221" name="TextBox 11"/>
              <p:cNvSpPr txBox="1">
                <a:spLocks noChangeArrowheads="1"/>
              </p:cNvSpPr>
              <p:nvPr/>
            </p:nvSpPr>
            <p:spPr bwMode="auto">
              <a:xfrm>
                <a:off x="5029201" y="4987145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oo</a:t>
                </a:r>
              </a:p>
            </p:txBody>
          </p:sp>
          <p:sp>
            <p:nvSpPr>
              <p:cNvPr id="94222" name="Freeform 1"/>
              <p:cNvSpPr>
                <a:spLocks/>
              </p:cNvSpPr>
              <p:nvPr/>
            </p:nvSpPr>
            <p:spPr bwMode="auto">
              <a:xfrm>
                <a:off x="1981200" y="1995367"/>
                <a:ext cx="3095468" cy="485087"/>
              </a:xfrm>
              <a:custGeom>
                <a:avLst/>
                <a:gdLst>
                  <a:gd name="T0" fmla="*/ 0 w 2743200"/>
                  <a:gd name="T1" fmla="*/ 33053366 h 299935"/>
                  <a:gd name="T2" fmla="*/ 4264948 w 2743200"/>
                  <a:gd name="T3" fmla="*/ 16092 h 299935"/>
                  <a:gd name="T4" fmla="*/ 9132006 w 2743200"/>
                  <a:gd name="T5" fmla="*/ 36724181 h 299935"/>
                  <a:gd name="T6" fmla="*/ 9132006 w 2743200"/>
                  <a:gd name="T7" fmla="*/ 36724181 h 299935"/>
                  <a:gd name="T8" fmla="*/ 9182184 w 2743200"/>
                  <a:gd name="T9" fmla="*/ 36724181 h 2999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43200" h="299935">
                    <a:moveTo>
                      <a:pt x="0" y="269955"/>
                    </a:moveTo>
                    <a:cubicBezTo>
                      <a:pt x="409731" y="132545"/>
                      <a:pt x="819462" y="-4865"/>
                      <a:pt x="1274164" y="132"/>
                    </a:cubicBezTo>
                    <a:cubicBezTo>
                      <a:pt x="1728866" y="5129"/>
                      <a:pt x="2728210" y="299935"/>
                      <a:pt x="2728210" y="299935"/>
                    </a:cubicBezTo>
                    <a:lnTo>
                      <a:pt x="2743200" y="299935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23" name="Freeform 11"/>
              <p:cNvSpPr>
                <a:spLocks/>
              </p:cNvSpPr>
              <p:nvPr/>
            </p:nvSpPr>
            <p:spPr bwMode="auto">
              <a:xfrm>
                <a:off x="2362200" y="4484984"/>
                <a:ext cx="2805659" cy="341432"/>
              </a:xfrm>
              <a:custGeom>
                <a:avLst/>
                <a:gdLst>
                  <a:gd name="T0" fmla="*/ 0 w 2743200"/>
                  <a:gd name="T1" fmla="*/ 986423 h 299935"/>
                  <a:gd name="T2" fmla="*/ 1595878 w 2743200"/>
                  <a:gd name="T3" fmla="*/ 484 h 299935"/>
                  <a:gd name="T4" fmla="*/ 3417056 w 2743200"/>
                  <a:gd name="T5" fmla="*/ 1095969 h 299935"/>
                  <a:gd name="T6" fmla="*/ 3417056 w 2743200"/>
                  <a:gd name="T7" fmla="*/ 1095969 h 299935"/>
                  <a:gd name="T8" fmla="*/ 3435830 w 2743200"/>
                  <a:gd name="T9" fmla="*/ 1095969 h 2999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43200" h="299935">
                    <a:moveTo>
                      <a:pt x="0" y="269955"/>
                    </a:moveTo>
                    <a:cubicBezTo>
                      <a:pt x="409731" y="132545"/>
                      <a:pt x="819462" y="-4865"/>
                      <a:pt x="1274164" y="132"/>
                    </a:cubicBezTo>
                    <a:cubicBezTo>
                      <a:pt x="1728866" y="5129"/>
                      <a:pt x="2728210" y="299935"/>
                      <a:pt x="2728210" y="299935"/>
                    </a:cubicBezTo>
                    <a:lnTo>
                      <a:pt x="2743200" y="299935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24" name="Freeform 2"/>
              <p:cNvSpPr>
                <a:spLocks/>
              </p:cNvSpPr>
              <p:nvPr/>
            </p:nvSpPr>
            <p:spPr bwMode="auto">
              <a:xfrm>
                <a:off x="2128603" y="2910184"/>
                <a:ext cx="2948065" cy="239000"/>
              </a:xfrm>
              <a:custGeom>
                <a:avLst/>
                <a:gdLst>
                  <a:gd name="T0" fmla="*/ 8875016 w 2608289"/>
                  <a:gd name="T1" fmla="*/ 0 h 346376"/>
                  <a:gd name="T2" fmla="*/ 4131473 w 2608289"/>
                  <a:gd name="T3" fmla="*/ 8434 h 346376"/>
                  <a:gd name="T4" fmla="*/ 0 w 2608289"/>
                  <a:gd name="T5" fmla="*/ 2567 h 3463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08289" h="346376">
                    <a:moveTo>
                      <a:pt x="2608289" y="0"/>
                    </a:moveTo>
                    <a:cubicBezTo>
                      <a:pt x="2128604" y="163643"/>
                      <a:pt x="1648919" y="327286"/>
                      <a:pt x="1214204" y="344774"/>
                    </a:cubicBezTo>
                    <a:cubicBezTo>
                      <a:pt x="779489" y="362262"/>
                      <a:pt x="389744" y="233596"/>
                      <a:pt x="0" y="10493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25" name="Freeform 13"/>
              <p:cNvSpPr>
                <a:spLocks/>
              </p:cNvSpPr>
              <p:nvPr/>
            </p:nvSpPr>
            <p:spPr bwMode="auto">
              <a:xfrm>
                <a:off x="2358452" y="5765384"/>
                <a:ext cx="2670749" cy="222011"/>
              </a:xfrm>
              <a:custGeom>
                <a:avLst/>
                <a:gdLst>
                  <a:gd name="T0" fmla="*/ 3304679 w 2608289"/>
                  <a:gd name="T1" fmla="*/ 0 h 346376"/>
                  <a:gd name="T2" fmla="*/ 1538384 w 2608289"/>
                  <a:gd name="T3" fmla="*/ 4035 h 346376"/>
                  <a:gd name="T4" fmla="*/ 0 w 2608289"/>
                  <a:gd name="T5" fmla="*/ 1228 h 3463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08289" h="346376">
                    <a:moveTo>
                      <a:pt x="2608289" y="0"/>
                    </a:moveTo>
                    <a:cubicBezTo>
                      <a:pt x="2128604" y="163643"/>
                      <a:pt x="1648919" y="327286"/>
                      <a:pt x="1214204" y="344774"/>
                    </a:cubicBezTo>
                    <a:cubicBezTo>
                      <a:pt x="779489" y="362262"/>
                      <a:pt x="389744" y="233596"/>
                      <a:pt x="0" y="10493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26" name="Freeform 3"/>
              <p:cNvSpPr>
                <a:spLocks/>
              </p:cNvSpPr>
              <p:nvPr/>
            </p:nvSpPr>
            <p:spPr bwMode="auto">
              <a:xfrm>
                <a:off x="1378057" y="3117954"/>
                <a:ext cx="375792" cy="1948721"/>
              </a:xfrm>
              <a:custGeom>
                <a:avLst/>
                <a:gdLst>
                  <a:gd name="T0" fmla="*/ 285851 w 375792"/>
                  <a:gd name="T1" fmla="*/ 0 h 1948721"/>
                  <a:gd name="T2" fmla="*/ 1038 w 375792"/>
                  <a:gd name="T3" fmla="*/ 899410 h 1948721"/>
                  <a:gd name="T4" fmla="*/ 375792 w 375792"/>
                  <a:gd name="T5" fmla="*/ 1948721 h 19487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792" h="1948721">
                    <a:moveTo>
                      <a:pt x="285851" y="0"/>
                    </a:moveTo>
                    <a:cubicBezTo>
                      <a:pt x="135949" y="287311"/>
                      <a:pt x="-13952" y="574623"/>
                      <a:pt x="1038" y="899410"/>
                    </a:cubicBezTo>
                    <a:cubicBezTo>
                      <a:pt x="16028" y="1224197"/>
                      <a:pt x="195910" y="1586459"/>
                      <a:pt x="375792" y="194872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27" name="Freeform 15"/>
              <p:cNvSpPr>
                <a:spLocks/>
              </p:cNvSpPr>
              <p:nvPr/>
            </p:nvSpPr>
            <p:spPr bwMode="auto">
              <a:xfrm>
                <a:off x="4947484" y="2988040"/>
                <a:ext cx="375792" cy="1948721"/>
              </a:xfrm>
              <a:custGeom>
                <a:avLst/>
                <a:gdLst>
                  <a:gd name="T0" fmla="*/ 285851 w 375792"/>
                  <a:gd name="T1" fmla="*/ 0 h 1948721"/>
                  <a:gd name="T2" fmla="*/ 1038 w 375792"/>
                  <a:gd name="T3" fmla="*/ 899410 h 1948721"/>
                  <a:gd name="T4" fmla="*/ 375792 w 375792"/>
                  <a:gd name="T5" fmla="*/ 1948721 h 19487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792" h="1948721">
                    <a:moveTo>
                      <a:pt x="285851" y="0"/>
                    </a:moveTo>
                    <a:cubicBezTo>
                      <a:pt x="135949" y="287311"/>
                      <a:pt x="-13952" y="574623"/>
                      <a:pt x="1038" y="899410"/>
                    </a:cubicBezTo>
                    <a:cubicBezTo>
                      <a:pt x="16028" y="1224197"/>
                      <a:pt x="195910" y="1586459"/>
                      <a:pt x="375792" y="194872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28" name="Freeform 4"/>
              <p:cNvSpPr>
                <a:spLocks/>
              </p:cNvSpPr>
              <p:nvPr/>
            </p:nvSpPr>
            <p:spPr bwMode="auto">
              <a:xfrm>
                <a:off x="2128604" y="3225384"/>
                <a:ext cx="229848" cy="1575216"/>
              </a:xfrm>
              <a:custGeom>
                <a:avLst/>
                <a:gdLst>
                  <a:gd name="T0" fmla="*/ 0 w 455222"/>
                  <a:gd name="T1" fmla="*/ 135591 h 2068642"/>
                  <a:gd name="T2" fmla="*/ 484 w 455222"/>
                  <a:gd name="T3" fmla="*/ 57970 h 2068642"/>
                  <a:gd name="T4" fmla="*/ 226 w 455222"/>
                  <a:gd name="T5" fmla="*/ 0 h 2068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5222" h="2068642">
                    <a:moveTo>
                      <a:pt x="0" y="2068642"/>
                    </a:moveTo>
                    <a:cubicBezTo>
                      <a:pt x="207364" y="1648917"/>
                      <a:pt x="414728" y="1229192"/>
                      <a:pt x="449705" y="884419"/>
                    </a:cubicBezTo>
                    <a:cubicBezTo>
                      <a:pt x="484682" y="539646"/>
                      <a:pt x="347272" y="269823"/>
                      <a:pt x="20986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29" name="Freeform 17"/>
              <p:cNvSpPr>
                <a:spLocks/>
              </p:cNvSpPr>
              <p:nvPr/>
            </p:nvSpPr>
            <p:spPr bwMode="auto">
              <a:xfrm>
                <a:off x="5766215" y="2808158"/>
                <a:ext cx="279816" cy="2068642"/>
              </a:xfrm>
              <a:custGeom>
                <a:avLst/>
                <a:gdLst>
                  <a:gd name="T0" fmla="*/ 0 w 455222"/>
                  <a:gd name="T1" fmla="*/ 2068642 h 2068642"/>
                  <a:gd name="T2" fmla="*/ 3463 w 455222"/>
                  <a:gd name="T3" fmla="*/ 884419 h 2068642"/>
                  <a:gd name="T4" fmla="*/ 1616 w 455222"/>
                  <a:gd name="T5" fmla="*/ 0 h 2068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5222" h="2068642">
                    <a:moveTo>
                      <a:pt x="0" y="2068642"/>
                    </a:moveTo>
                    <a:cubicBezTo>
                      <a:pt x="207364" y="1648917"/>
                      <a:pt x="414728" y="1229192"/>
                      <a:pt x="449705" y="884419"/>
                    </a:cubicBezTo>
                    <a:cubicBezTo>
                      <a:pt x="484682" y="539646"/>
                      <a:pt x="347272" y="269823"/>
                      <a:pt x="20986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30" name="TextBox 11"/>
              <p:cNvSpPr txBox="1">
                <a:spLocks noChangeArrowheads="1"/>
              </p:cNvSpPr>
              <p:nvPr/>
            </p:nvSpPr>
            <p:spPr bwMode="auto">
              <a:xfrm>
                <a:off x="5197838" y="2392341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oe</a:t>
                </a:r>
              </a:p>
            </p:txBody>
          </p:sp>
          <p:sp>
            <p:nvSpPr>
              <p:cNvPr id="94231" name="TextBox 11"/>
              <p:cNvSpPr txBox="1">
                <a:spLocks noChangeArrowheads="1"/>
              </p:cNvSpPr>
              <p:nvPr/>
            </p:nvSpPr>
            <p:spPr bwMode="auto">
              <a:xfrm>
                <a:off x="1901252" y="4977984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eo</a:t>
                </a:r>
              </a:p>
            </p:txBody>
          </p:sp>
          <p:sp>
            <p:nvSpPr>
              <p:cNvPr id="94232" name="TextBox 5"/>
              <p:cNvSpPr txBox="1">
                <a:spLocks noChangeArrowheads="1"/>
              </p:cNvSpPr>
              <p:nvPr/>
            </p:nvSpPr>
            <p:spPr bwMode="auto">
              <a:xfrm>
                <a:off x="3304134" y="25908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4233" name="TextBox 5"/>
              <p:cNvSpPr txBox="1">
                <a:spLocks noChangeArrowheads="1"/>
              </p:cNvSpPr>
              <p:nvPr/>
            </p:nvSpPr>
            <p:spPr bwMode="auto">
              <a:xfrm>
                <a:off x="3356547" y="45847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4234" name="TextBox 5"/>
              <p:cNvSpPr txBox="1">
                <a:spLocks noChangeArrowheads="1"/>
              </p:cNvSpPr>
              <p:nvPr/>
            </p:nvSpPr>
            <p:spPr bwMode="auto">
              <a:xfrm>
                <a:off x="3289402" y="5987395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4235" name="TextBox 5"/>
              <p:cNvSpPr txBox="1">
                <a:spLocks noChangeArrowheads="1"/>
              </p:cNvSpPr>
              <p:nvPr/>
            </p:nvSpPr>
            <p:spPr bwMode="auto">
              <a:xfrm>
                <a:off x="876198" y="3590712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4236" name="TextBox 5"/>
              <p:cNvSpPr txBox="1">
                <a:spLocks noChangeArrowheads="1"/>
              </p:cNvSpPr>
              <p:nvPr/>
            </p:nvSpPr>
            <p:spPr bwMode="auto">
              <a:xfrm>
                <a:off x="4945561" y="3681839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4237" name="TextBox 5"/>
              <p:cNvSpPr txBox="1">
                <a:spLocks noChangeArrowheads="1"/>
              </p:cNvSpPr>
              <p:nvPr/>
            </p:nvSpPr>
            <p:spPr bwMode="auto">
              <a:xfrm>
                <a:off x="2482985" y="3611734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4238" name="TextBox 5"/>
              <p:cNvSpPr txBox="1">
                <a:spLocks noChangeArrowheads="1"/>
              </p:cNvSpPr>
              <p:nvPr/>
            </p:nvSpPr>
            <p:spPr bwMode="auto">
              <a:xfrm>
                <a:off x="6106514" y="36703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4239" name="Oval 5"/>
              <p:cNvSpPr>
                <a:spLocks noChangeArrowheads="1"/>
              </p:cNvSpPr>
              <p:nvPr/>
            </p:nvSpPr>
            <p:spPr bwMode="auto">
              <a:xfrm>
                <a:off x="1901252" y="5066675"/>
                <a:ext cx="581733" cy="50467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5304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>
          <a:xfrm>
            <a:off x="152400" y="617538"/>
            <a:ext cx="8839200" cy="609600"/>
          </a:xfrm>
        </p:spPr>
        <p:txBody>
          <a:bodyPr/>
          <a:lstStyle/>
          <a:p>
            <a:r>
              <a:rPr lang="en-US" altLang="en-US"/>
              <a:t>No of a’s is odd and no of b’s even=oe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9523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9A03DAC-E734-4F3B-B16F-A7EC80AF9386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5236" name="Group 3"/>
          <p:cNvGrpSpPr>
            <a:grpSpLocks/>
          </p:cNvGrpSpPr>
          <p:nvPr/>
        </p:nvGrpSpPr>
        <p:grpSpPr bwMode="auto">
          <a:xfrm>
            <a:off x="876300" y="1192213"/>
            <a:ext cx="5856288" cy="5380037"/>
            <a:chOff x="876198" y="1191730"/>
            <a:chExt cx="5856781" cy="5379865"/>
          </a:xfrm>
        </p:grpSpPr>
        <p:sp>
          <p:nvSpPr>
            <p:cNvPr id="95238" name="TextBox 5"/>
            <p:cNvSpPr txBox="1">
              <a:spLocks noChangeArrowheads="1"/>
            </p:cNvSpPr>
            <p:nvPr/>
          </p:nvSpPr>
          <p:spPr bwMode="auto">
            <a:xfrm>
              <a:off x="3289401" y="1191730"/>
              <a:ext cx="29199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/>
                <a:t>a</a:t>
              </a:r>
            </a:p>
          </p:txBody>
        </p:sp>
        <p:grpSp>
          <p:nvGrpSpPr>
            <p:cNvPr id="95239" name="Group 5"/>
            <p:cNvGrpSpPr>
              <a:grpSpLocks/>
            </p:cNvGrpSpPr>
            <p:nvPr/>
          </p:nvGrpSpPr>
          <p:grpSpPr bwMode="auto">
            <a:xfrm>
              <a:off x="876198" y="1995367"/>
              <a:ext cx="5856781" cy="4576228"/>
              <a:chOff x="876198" y="1995367"/>
              <a:chExt cx="5856781" cy="4576228"/>
            </a:xfrm>
          </p:grpSpPr>
          <p:sp>
            <p:nvSpPr>
              <p:cNvPr id="95240" name="Oval 4"/>
              <p:cNvSpPr>
                <a:spLocks noChangeArrowheads="1"/>
              </p:cNvSpPr>
              <p:nvPr/>
            </p:nvSpPr>
            <p:spPr bwMode="auto">
              <a:xfrm>
                <a:off x="1524000" y="2362200"/>
                <a:ext cx="8382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5241" name="Oval 5"/>
              <p:cNvSpPr>
                <a:spLocks noChangeArrowheads="1"/>
              </p:cNvSpPr>
              <p:nvPr/>
            </p:nvSpPr>
            <p:spPr bwMode="auto">
              <a:xfrm>
                <a:off x="5022435" y="2240832"/>
                <a:ext cx="914400" cy="9144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5242" name="Oval 6"/>
              <p:cNvSpPr>
                <a:spLocks noChangeArrowheads="1"/>
              </p:cNvSpPr>
              <p:nvPr/>
            </p:nvSpPr>
            <p:spPr bwMode="auto">
              <a:xfrm>
                <a:off x="1752600" y="4876800"/>
                <a:ext cx="9144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5243" name="Oval 7"/>
              <p:cNvSpPr>
                <a:spLocks noChangeArrowheads="1"/>
              </p:cNvSpPr>
              <p:nvPr/>
            </p:nvSpPr>
            <p:spPr bwMode="auto">
              <a:xfrm>
                <a:off x="4924268" y="4839683"/>
                <a:ext cx="1066800" cy="9906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5244" name="TextBox 8"/>
              <p:cNvSpPr txBox="1">
                <a:spLocks noChangeArrowheads="1"/>
              </p:cNvSpPr>
              <p:nvPr/>
            </p:nvSpPr>
            <p:spPr bwMode="auto">
              <a:xfrm>
                <a:off x="1524000" y="2590800"/>
                <a:ext cx="7620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ee</a:t>
                </a:r>
              </a:p>
            </p:txBody>
          </p:sp>
          <p:sp>
            <p:nvSpPr>
              <p:cNvPr id="95245" name="TextBox 11"/>
              <p:cNvSpPr txBox="1">
                <a:spLocks noChangeArrowheads="1"/>
              </p:cNvSpPr>
              <p:nvPr/>
            </p:nvSpPr>
            <p:spPr bwMode="auto">
              <a:xfrm>
                <a:off x="5029201" y="4987145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oo</a:t>
                </a:r>
              </a:p>
            </p:txBody>
          </p:sp>
          <p:sp>
            <p:nvSpPr>
              <p:cNvPr id="95246" name="Freeform 12"/>
              <p:cNvSpPr>
                <a:spLocks/>
              </p:cNvSpPr>
              <p:nvPr/>
            </p:nvSpPr>
            <p:spPr bwMode="auto">
              <a:xfrm>
                <a:off x="1981200" y="1995367"/>
                <a:ext cx="3095468" cy="485087"/>
              </a:xfrm>
              <a:custGeom>
                <a:avLst/>
                <a:gdLst>
                  <a:gd name="T0" fmla="*/ 0 w 2743200"/>
                  <a:gd name="T1" fmla="*/ 33053366 h 299935"/>
                  <a:gd name="T2" fmla="*/ 4264948 w 2743200"/>
                  <a:gd name="T3" fmla="*/ 16092 h 299935"/>
                  <a:gd name="T4" fmla="*/ 9132006 w 2743200"/>
                  <a:gd name="T5" fmla="*/ 36724181 h 299935"/>
                  <a:gd name="T6" fmla="*/ 9132006 w 2743200"/>
                  <a:gd name="T7" fmla="*/ 36724181 h 299935"/>
                  <a:gd name="T8" fmla="*/ 9182184 w 2743200"/>
                  <a:gd name="T9" fmla="*/ 36724181 h 2999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43200" h="299935">
                    <a:moveTo>
                      <a:pt x="0" y="269955"/>
                    </a:moveTo>
                    <a:cubicBezTo>
                      <a:pt x="409731" y="132545"/>
                      <a:pt x="819462" y="-4865"/>
                      <a:pt x="1274164" y="132"/>
                    </a:cubicBezTo>
                    <a:cubicBezTo>
                      <a:pt x="1728866" y="5129"/>
                      <a:pt x="2728210" y="299935"/>
                      <a:pt x="2728210" y="299935"/>
                    </a:cubicBezTo>
                    <a:lnTo>
                      <a:pt x="2743200" y="299935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47" name="Freeform 13"/>
              <p:cNvSpPr>
                <a:spLocks/>
              </p:cNvSpPr>
              <p:nvPr/>
            </p:nvSpPr>
            <p:spPr bwMode="auto">
              <a:xfrm>
                <a:off x="2362200" y="4484984"/>
                <a:ext cx="2805659" cy="341432"/>
              </a:xfrm>
              <a:custGeom>
                <a:avLst/>
                <a:gdLst>
                  <a:gd name="T0" fmla="*/ 0 w 2743200"/>
                  <a:gd name="T1" fmla="*/ 986423 h 299935"/>
                  <a:gd name="T2" fmla="*/ 1595878 w 2743200"/>
                  <a:gd name="T3" fmla="*/ 484 h 299935"/>
                  <a:gd name="T4" fmla="*/ 3417056 w 2743200"/>
                  <a:gd name="T5" fmla="*/ 1095969 h 299935"/>
                  <a:gd name="T6" fmla="*/ 3417056 w 2743200"/>
                  <a:gd name="T7" fmla="*/ 1095969 h 299935"/>
                  <a:gd name="T8" fmla="*/ 3435830 w 2743200"/>
                  <a:gd name="T9" fmla="*/ 1095969 h 2999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43200" h="299935">
                    <a:moveTo>
                      <a:pt x="0" y="269955"/>
                    </a:moveTo>
                    <a:cubicBezTo>
                      <a:pt x="409731" y="132545"/>
                      <a:pt x="819462" y="-4865"/>
                      <a:pt x="1274164" y="132"/>
                    </a:cubicBezTo>
                    <a:cubicBezTo>
                      <a:pt x="1728866" y="5129"/>
                      <a:pt x="2728210" y="299935"/>
                      <a:pt x="2728210" y="299935"/>
                    </a:cubicBezTo>
                    <a:lnTo>
                      <a:pt x="2743200" y="299935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48" name="Freeform 14"/>
              <p:cNvSpPr>
                <a:spLocks/>
              </p:cNvSpPr>
              <p:nvPr/>
            </p:nvSpPr>
            <p:spPr bwMode="auto">
              <a:xfrm>
                <a:off x="2128603" y="2910184"/>
                <a:ext cx="2948065" cy="239000"/>
              </a:xfrm>
              <a:custGeom>
                <a:avLst/>
                <a:gdLst>
                  <a:gd name="T0" fmla="*/ 8875016 w 2608289"/>
                  <a:gd name="T1" fmla="*/ 0 h 346376"/>
                  <a:gd name="T2" fmla="*/ 4131473 w 2608289"/>
                  <a:gd name="T3" fmla="*/ 8434 h 346376"/>
                  <a:gd name="T4" fmla="*/ 0 w 2608289"/>
                  <a:gd name="T5" fmla="*/ 2567 h 3463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08289" h="346376">
                    <a:moveTo>
                      <a:pt x="2608289" y="0"/>
                    </a:moveTo>
                    <a:cubicBezTo>
                      <a:pt x="2128604" y="163643"/>
                      <a:pt x="1648919" y="327286"/>
                      <a:pt x="1214204" y="344774"/>
                    </a:cubicBezTo>
                    <a:cubicBezTo>
                      <a:pt x="779489" y="362262"/>
                      <a:pt x="389744" y="233596"/>
                      <a:pt x="0" y="10493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49" name="Freeform 15"/>
              <p:cNvSpPr>
                <a:spLocks/>
              </p:cNvSpPr>
              <p:nvPr/>
            </p:nvSpPr>
            <p:spPr bwMode="auto">
              <a:xfrm>
                <a:off x="2358452" y="5765384"/>
                <a:ext cx="2670749" cy="222011"/>
              </a:xfrm>
              <a:custGeom>
                <a:avLst/>
                <a:gdLst>
                  <a:gd name="T0" fmla="*/ 3304679 w 2608289"/>
                  <a:gd name="T1" fmla="*/ 0 h 346376"/>
                  <a:gd name="T2" fmla="*/ 1538384 w 2608289"/>
                  <a:gd name="T3" fmla="*/ 4035 h 346376"/>
                  <a:gd name="T4" fmla="*/ 0 w 2608289"/>
                  <a:gd name="T5" fmla="*/ 1228 h 3463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08289" h="346376">
                    <a:moveTo>
                      <a:pt x="2608289" y="0"/>
                    </a:moveTo>
                    <a:cubicBezTo>
                      <a:pt x="2128604" y="163643"/>
                      <a:pt x="1648919" y="327286"/>
                      <a:pt x="1214204" y="344774"/>
                    </a:cubicBezTo>
                    <a:cubicBezTo>
                      <a:pt x="779489" y="362262"/>
                      <a:pt x="389744" y="233596"/>
                      <a:pt x="0" y="10493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0" name="Freeform 16"/>
              <p:cNvSpPr>
                <a:spLocks/>
              </p:cNvSpPr>
              <p:nvPr/>
            </p:nvSpPr>
            <p:spPr bwMode="auto">
              <a:xfrm>
                <a:off x="1378057" y="3117954"/>
                <a:ext cx="375792" cy="1948721"/>
              </a:xfrm>
              <a:custGeom>
                <a:avLst/>
                <a:gdLst>
                  <a:gd name="T0" fmla="*/ 285851 w 375792"/>
                  <a:gd name="T1" fmla="*/ 0 h 1948721"/>
                  <a:gd name="T2" fmla="*/ 1038 w 375792"/>
                  <a:gd name="T3" fmla="*/ 899410 h 1948721"/>
                  <a:gd name="T4" fmla="*/ 375792 w 375792"/>
                  <a:gd name="T5" fmla="*/ 1948721 h 19487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792" h="1948721">
                    <a:moveTo>
                      <a:pt x="285851" y="0"/>
                    </a:moveTo>
                    <a:cubicBezTo>
                      <a:pt x="135949" y="287311"/>
                      <a:pt x="-13952" y="574623"/>
                      <a:pt x="1038" y="899410"/>
                    </a:cubicBezTo>
                    <a:cubicBezTo>
                      <a:pt x="16028" y="1224197"/>
                      <a:pt x="195910" y="1586459"/>
                      <a:pt x="375792" y="194872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1" name="Freeform 17"/>
              <p:cNvSpPr>
                <a:spLocks/>
              </p:cNvSpPr>
              <p:nvPr/>
            </p:nvSpPr>
            <p:spPr bwMode="auto">
              <a:xfrm>
                <a:off x="4947484" y="2988040"/>
                <a:ext cx="375792" cy="1948721"/>
              </a:xfrm>
              <a:custGeom>
                <a:avLst/>
                <a:gdLst>
                  <a:gd name="T0" fmla="*/ 285851 w 375792"/>
                  <a:gd name="T1" fmla="*/ 0 h 1948721"/>
                  <a:gd name="T2" fmla="*/ 1038 w 375792"/>
                  <a:gd name="T3" fmla="*/ 899410 h 1948721"/>
                  <a:gd name="T4" fmla="*/ 375792 w 375792"/>
                  <a:gd name="T5" fmla="*/ 1948721 h 19487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792" h="1948721">
                    <a:moveTo>
                      <a:pt x="285851" y="0"/>
                    </a:moveTo>
                    <a:cubicBezTo>
                      <a:pt x="135949" y="287311"/>
                      <a:pt x="-13952" y="574623"/>
                      <a:pt x="1038" y="899410"/>
                    </a:cubicBezTo>
                    <a:cubicBezTo>
                      <a:pt x="16028" y="1224197"/>
                      <a:pt x="195910" y="1586459"/>
                      <a:pt x="375792" y="194872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2" name="Freeform 18"/>
              <p:cNvSpPr>
                <a:spLocks/>
              </p:cNvSpPr>
              <p:nvPr/>
            </p:nvSpPr>
            <p:spPr bwMode="auto">
              <a:xfrm>
                <a:off x="2128604" y="3225384"/>
                <a:ext cx="229848" cy="1575216"/>
              </a:xfrm>
              <a:custGeom>
                <a:avLst/>
                <a:gdLst>
                  <a:gd name="T0" fmla="*/ 0 w 455222"/>
                  <a:gd name="T1" fmla="*/ 135591 h 2068642"/>
                  <a:gd name="T2" fmla="*/ 484 w 455222"/>
                  <a:gd name="T3" fmla="*/ 57970 h 2068642"/>
                  <a:gd name="T4" fmla="*/ 226 w 455222"/>
                  <a:gd name="T5" fmla="*/ 0 h 2068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5222" h="2068642">
                    <a:moveTo>
                      <a:pt x="0" y="2068642"/>
                    </a:moveTo>
                    <a:cubicBezTo>
                      <a:pt x="207364" y="1648917"/>
                      <a:pt x="414728" y="1229192"/>
                      <a:pt x="449705" y="884419"/>
                    </a:cubicBezTo>
                    <a:cubicBezTo>
                      <a:pt x="484682" y="539646"/>
                      <a:pt x="347272" y="269823"/>
                      <a:pt x="20986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3" name="Freeform 19"/>
              <p:cNvSpPr>
                <a:spLocks/>
              </p:cNvSpPr>
              <p:nvPr/>
            </p:nvSpPr>
            <p:spPr bwMode="auto">
              <a:xfrm>
                <a:off x="5766215" y="2808158"/>
                <a:ext cx="279816" cy="2068642"/>
              </a:xfrm>
              <a:custGeom>
                <a:avLst/>
                <a:gdLst>
                  <a:gd name="T0" fmla="*/ 0 w 455222"/>
                  <a:gd name="T1" fmla="*/ 2068642 h 2068642"/>
                  <a:gd name="T2" fmla="*/ 3463 w 455222"/>
                  <a:gd name="T3" fmla="*/ 884419 h 2068642"/>
                  <a:gd name="T4" fmla="*/ 1616 w 455222"/>
                  <a:gd name="T5" fmla="*/ 0 h 2068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5222" h="2068642">
                    <a:moveTo>
                      <a:pt x="0" y="2068642"/>
                    </a:moveTo>
                    <a:cubicBezTo>
                      <a:pt x="207364" y="1648917"/>
                      <a:pt x="414728" y="1229192"/>
                      <a:pt x="449705" y="884419"/>
                    </a:cubicBezTo>
                    <a:cubicBezTo>
                      <a:pt x="484682" y="539646"/>
                      <a:pt x="347272" y="269823"/>
                      <a:pt x="20986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254" name="TextBox 11"/>
              <p:cNvSpPr txBox="1">
                <a:spLocks noChangeArrowheads="1"/>
              </p:cNvSpPr>
              <p:nvPr/>
            </p:nvSpPr>
            <p:spPr bwMode="auto">
              <a:xfrm>
                <a:off x="5197838" y="2392341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oe</a:t>
                </a:r>
              </a:p>
            </p:txBody>
          </p:sp>
          <p:sp>
            <p:nvSpPr>
              <p:cNvPr id="95255" name="TextBox 11"/>
              <p:cNvSpPr txBox="1">
                <a:spLocks noChangeArrowheads="1"/>
              </p:cNvSpPr>
              <p:nvPr/>
            </p:nvSpPr>
            <p:spPr bwMode="auto">
              <a:xfrm>
                <a:off x="1901252" y="4977984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eo</a:t>
                </a:r>
              </a:p>
            </p:txBody>
          </p:sp>
          <p:sp>
            <p:nvSpPr>
              <p:cNvPr id="95256" name="TextBox 5"/>
              <p:cNvSpPr txBox="1">
                <a:spLocks noChangeArrowheads="1"/>
              </p:cNvSpPr>
              <p:nvPr/>
            </p:nvSpPr>
            <p:spPr bwMode="auto">
              <a:xfrm>
                <a:off x="3304134" y="25908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5257" name="TextBox 5"/>
              <p:cNvSpPr txBox="1">
                <a:spLocks noChangeArrowheads="1"/>
              </p:cNvSpPr>
              <p:nvPr/>
            </p:nvSpPr>
            <p:spPr bwMode="auto">
              <a:xfrm>
                <a:off x="3356547" y="45847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5258" name="TextBox 5"/>
              <p:cNvSpPr txBox="1">
                <a:spLocks noChangeArrowheads="1"/>
              </p:cNvSpPr>
              <p:nvPr/>
            </p:nvSpPr>
            <p:spPr bwMode="auto">
              <a:xfrm>
                <a:off x="3289402" y="5987395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5259" name="TextBox 5"/>
              <p:cNvSpPr txBox="1">
                <a:spLocks noChangeArrowheads="1"/>
              </p:cNvSpPr>
              <p:nvPr/>
            </p:nvSpPr>
            <p:spPr bwMode="auto">
              <a:xfrm>
                <a:off x="876198" y="3590712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5260" name="TextBox 5"/>
              <p:cNvSpPr txBox="1">
                <a:spLocks noChangeArrowheads="1"/>
              </p:cNvSpPr>
              <p:nvPr/>
            </p:nvSpPr>
            <p:spPr bwMode="auto">
              <a:xfrm>
                <a:off x="4945561" y="3681839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5261" name="TextBox 5"/>
              <p:cNvSpPr txBox="1">
                <a:spLocks noChangeArrowheads="1"/>
              </p:cNvSpPr>
              <p:nvPr/>
            </p:nvSpPr>
            <p:spPr bwMode="auto">
              <a:xfrm>
                <a:off x="2482985" y="3611734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5262" name="TextBox 5"/>
              <p:cNvSpPr txBox="1">
                <a:spLocks noChangeArrowheads="1"/>
              </p:cNvSpPr>
              <p:nvPr/>
            </p:nvSpPr>
            <p:spPr bwMode="auto">
              <a:xfrm>
                <a:off x="6106514" y="36703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5263" name="Oval 29"/>
              <p:cNvSpPr>
                <a:spLocks noChangeArrowheads="1"/>
              </p:cNvSpPr>
              <p:nvPr/>
            </p:nvSpPr>
            <p:spPr bwMode="auto">
              <a:xfrm>
                <a:off x="5198655" y="2428198"/>
                <a:ext cx="581733" cy="50467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cxnSp>
        <p:nvCxnSpPr>
          <p:cNvPr id="95237" name="Straight Arrow Connector 10"/>
          <p:cNvCxnSpPr>
            <a:cxnSpLocks noChangeShapeType="1"/>
          </p:cNvCxnSpPr>
          <p:nvPr/>
        </p:nvCxnSpPr>
        <p:spPr bwMode="auto">
          <a:xfrm>
            <a:off x="498475" y="2652713"/>
            <a:ext cx="1066800" cy="63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82218255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>
          <a:xfrm>
            <a:off x="152400" y="542925"/>
            <a:ext cx="8839200" cy="609600"/>
          </a:xfrm>
        </p:spPr>
        <p:txBody>
          <a:bodyPr/>
          <a:lstStyle/>
          <a:p>
            <a:r>
              <a:rPr lang="en-US" altLang="en-US"/>
              <a:t>No of a’s is odd and no of b’s odd-oo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9625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E021D32-1ACE-472C-9BB1-17EE341E78B2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6260" name="Group 3"/>
          <p:cNvGrpSpPr>
            <a:grpSpLocks/>
          </p:cNvGrpSpPr>
          <p:nvPr/>
        </p:nvGrpSpPr>
        <p:grpSpPr bwMode="auto">
          <a:xfrm>
            <a:off x="876300" y="1192213"/>
            <a:ext cx="5856288" cy="5380037"/>
            <a:chOff x="876198" y="1191730"/>
            <a:chExt cx="5856781" cy="5379865"/>
          </a:xfrm>
        </p:grpSpPr>
        <p:sp>
          <p:nvSpPr>
            <p:cNvPr id="96262" name="TextBox 5"/>
            <p:cNvSpPr txBox="1">
              <a:spLocks noChangeArrowheads="1"/>
            </p:cNvSpPr>
            <p:nvPr/>
          </p:nvSpPr>
          <p:spPr bwMode="auto">
            <a:xfrm>
              <a:off x="3289401" y="1191730"/>
              <a:ext cx="29199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/>
                <a:t>a</a:t>
              </a:r>
            </a:p>
          </p:txBody>
        </p:sp>
        <p:grpSp>
          <p:nvGrpSpPr>
            <p:cNvPr id="96263" name="Group 5"/>
            <p:cNvGrpSpPr>
              <a:grpSpLocks/>
            </p:cNvGrpSpPr>
            <p:nvPr/>
          </p:nvGrpSpPr>
          <p:grpSpPr bwMode="auto">
            <a:xfrm>
              <a:off x="876198" y="1995367"/>
              <a:ext cx="5856781" cy="4576228"/>
              <a:chOff x="876198" y="1995367"/>
              <a:chExt cx="5856781" cy="4576228"/>
            </a:xfrm>
          </p:grpSpPr>
          <p:sp>
            <p:nvSpPr>
              <p:cNvPr id="96264" name="Oval 4"/>
              <p:cNvSpPr>
                <a:spLocks noChangeArrowheads="1"/>
              </p:cNvSpPr>
              <p:nvPr/>
            </p:nvSpPr>
            <p:spPr bwMode="auto">
              <a:xfrm>
                <a:off x="1524000" y="2362200"/>
                <a:ext cx="8382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265" name="Oval 5"/>
              <p:cNvSpPr>
                <a:spLocks noChangeArrowheads="1"/>
              </p:cNvSpPr>
              <p:nvPr/>
            </p:nvSpPr>
            <p:spPr bwMode="auto">
              <a:xfrm>
                <a:off x="5022435" y="2240832"/>
                <a:ext cx="914400" cy="9144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266" name="Oval 6"/>
              <p:cNvSpPr>
                <a:spLocks noChangeArrowheads="1"/>
              </p:cNvSpPr>
              <p:nvPr/>
            </p:nvSpPr>
            <p:spPr bwMode="auto">
              <a:xfrm>
                <a:off x="1752600" y="4876800"/>
                <a:ext cx="9144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267" name="Oval 7"/>
              <p:cNvSpPr>
                <a:spLocks noChangeArrowheads="1"/>
              </p:cNvSpPr>
              <p:nvPr/>
            </p:nvSpPr>
            <p:spPr bwMode="auto">
              <a:xfrm>
                <a:off x="4924268" y="4839683"/>
                <a:ext cx="1066800" cy="9906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6268" name="TextBox 8"/>
              <p:cNvSpPr txBox="1">
                <a:spLocks noChangeArrowheads="1"/>
              </p:cNvSpPr>
              <p:nvPr/>
            </p:nvSpPr>
            <p:spPr bwMode="auto">
              <a:xfrm>
                <a:off x="1524000" y="2590800"/>
                <a:ext cx="7620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ee</a:t>
                </a:r>
              </a:p>
            </p:txBody>
          </p:sp>
          <p:sp>
            <p:nvSpPr>
              <p:cNvPr id="96269" name="TextBox 11"/>
              <p:cNvSpPr txBox="1">
                <a:spLocks noChangeArrowheads="1"/>
              </p:cNvSpPr>
              <p:nvPr/>
            </p:nvSpPr>
            <p:spPr bwMode="auto">
              <a:xfrm>
                <a:off x="5029201" y="4987145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oo</a:t>
                </a:r>
              </a:p>
            </p:txBody>
          </p:sp>
          <p:sp>
            <p:nvSpPr>
              <p:cNvPr id="96270" name="Freeform 12"/>
              <p:cNvSpPr>
                <a:spLocks/>
              </p:cNvSpPr>
              <p:nvPr/>
            </p:nvSpPr>
            <p:spPr bwMode="auto">
              <a:xfrm>
                <a:off x="1981200" y="1995367"/>
                <a:ext cx="3095468" cy="485087"/>
              </a:xfrm>
              <a:custGeom>
                <a:avLst/>
                <a:gdLst>
                  <a:gd name="T0" fmla="*/ 0 w 2743200"/>
                  <a:gd name="T1" fmla="*/ 33053366 h 299935"/>
                  <a:gd name="T2" fmla="*/ 4264948 w 2743200"/>
                  <a:gd name="T3" fmla="*/ 16092 h 299935"/>
                  <a:gd name="T4" fmla="*/ 9132006 w 2743200"/>
                  <a:gd name="T5" fmla="*/ 36724181 h 299935"/>
                  <a:gd name="T6" fmla="*/ 9132006 w 2743200"/>
                  <a:gd name="T7" fmla="*/ 36724181 h 299935"/>
                  <a:gd name="T8" fmla="*/ 9182184 w 2743200"/>
                  <a:gd name="T9" fmla="*/ 36724181 h 2999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43200" h="299935">
                    <a:moveTo>
                      <a:pt x="0" y="269955"/>
                    </a:moveTo>
                    <a:cubicBezTo>
                      <a:pt x="409731" y="132545"/>
                      <a:pt x="819462" y="-4865"/>
                      <a:pt x="1274164" y="132"/>
                    </a:cubicBezTo>
                    <a:cubicBezTo>
                      <a:pt x="1728866" y="5129"/>
                      <a:pt x="2728210" y="299935"/>
                      <a:pt x="2728210" y="299935"/>
                    </a:cubicBezTo>
                    <a:lnTo>
                      <a:pt x="2743200" y="299935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71" name="Freeform 13"/>
              <p:cNvSpPr>
                <a:spLocks/>
              </p:cNvSpPr>
              <p:nvPr/>
            </p:nvSpPr>
            <p:spPr bwMode="auto">
              <a:xfrm>
                <a:off x="2362200" y="4484984"/>
                <a:ext cx="2805659" cy="341432"/>
              </a:xfrm>
              <a:custGeom>
                <a:avLst/>
                <a:gdLst>
                  <a:gd name="T0" fmla="*/ 0 w 2743200"/>
                  <a:gd name="T1" fmla="*/ 986423 h 299935"/>
                  <a:gd name="T2" fmla="*/ 1595878 w 2743200"/>
                  <a:gd name="T3" fmla="*/ 484 h 299935"/>
                  <a:gd name="T4" fmla="*/ 3417056 w 2743200"/>
                  <a:gd name="T5" fmla="*/ 1095969 h 299935"/>
                  <a:gd name="T6" fmla="*/ 3417056 w 2743200"/>
                  <a:gd name="T7" fmla="*/ 1095969 h 299935"/>
                  <a:gd name="T8" fmla="*/ 3435830 w 2743200"/>
                  <a:gd name="T9" fmla="*/ 1095969 h 2999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43200" h="299935">
                    <a:moveTo>
                      <a:pt x="0" y="269955"/>
                    </a:moveTo>
                    <a:cubicBezTo>
                      <a:pt x="409731" y="132545"/>
                      <a:pt x="819462" y="-4865"/>
                      <a:pt x="1274164" y="132"/>
                    </a:cubicBezTo>
                    <a:cubicBezTo>
                      <a:pt x="1728866" y="5129"/>
                      <a:pt x="2728210" y="299935"/>
                      <a:pt x="2728210" y="299935"/>
                    </a:cubicBezTo>
                    <a:lnTo>
                      <a:pt x="2743200" y="299935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72" name="Freeform 14"/>
              <p:cNvSpPr>
                <a:spLocks/>
              </p:cNvSpPr>
              <p:nvPr/>
            </p:nvSpPr>
            <p:spPr bwMode="auto">
              <a:xfrm>
                <a:off x="2128603" y="2910184"/>
                <a:ext cx="2948065" cy="239000"/>
              </a:xfrm>
              <a:custGeom>
                <a:avLst/>
                <a:gdLst>
                  <a:gd name="T0" fmla="*/ 8875016 w 2608289"/>
                  <a:gd name="T1" fmla="*/ 0 h 346376"/>
                  <a:gd name="T2" fmla="*/ 4131473 w 2608289"/>
                  <a:gd name="T3" fmla="*/ 8434 h 346376"/>
                  <a:gd name="T4" fmla="*/ 0 w 2608289"/>
                  <a:gd name="T5" fmla="*/ 2567 h 3463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08289" h="346376">
                    <a:moveTo>
                      <a:pt x="2608289" y="0"/>
                    </a:moveTo>
                    <a:cubicBezTo>
                      <a:pt x="2128604" y="163643"/>
                      <a:pt x="1648919" y="327286"/>
                      <a:pt x="1214204" y="344774"/>
                    </a:cubicBezTo>
                    <a:cubicBezTo>
                      <a:pt x="779489" y="362262"/>
                      <a:pt x="389744" y="233596"/>
                      <a:pt x="0" y="10493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73" name="Freeform 15"/>
              <p:cNvSpPr>
                <a:spLocks/>
              </p:cNvSpPr>
              <p:nvPr/>
            </p:nvSpPr>
            <p:spPr bwMode="auto">
              <a:xfrm>
                <a:off x="2358452" y="5765384"/>
                <a:ext cx="2670749" cy="222011"/>
              </a:xfrm>
              <a:custGeom>
                <a:avLst/>
                <a:gdLst>
                  <a:gd name="T0" fmla="*/ 3304679 w 2608289"/>
                  <a:gd name="T1" fmla="*/ 0 h 346376"/>
                  <a:gd name="T2" fmla="*/ 1538384 w 2608289"/>
                  <a:gd name="T3" fmla="*/ 4035 h 346376"/>
                  <a:gd name="T4" fmla="*/ 0 w 2608289"/>
                  <a:gd name="T5" fmla="*/ 1228 h 3463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08289" h="346376">
                    <a:moveTo>
                      <a:pt x="2608289" y="0"/>
                    </a:moveTo>
                    <a:cubicBezTo>
                      <a:pt x="2128604" y="163643"/>
                      <a:pt x="1648919" y="327286"/>
                      <a:pt x="1214204" y="344774"/>
                    </a:cubicBezTo>
                    <a:cubicBezTo>
                      <a:pt x="779489" y="362262"/>
                      <a:pt x="389744" y="233596"/>
                      <a:pt x="0" y="10493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74" name="Freeform 16"/>
              <p:cNvSpPr>
                <a:spLocks/>
              </p:cNvSpPr>
              <p:nvPr/>
            </p:nvSpPr>
            <p:spPr bwMode="auto">
              <a:xfrm>
                <a:off x="1378057" y="3117954"/>
                <a:ext cx="375792" cy="1948721"/>
              </a:xfrm>
              <a:custGeom>
                <a:avLst/>
                <a:gdLst>
                  <a:gd name="T0" fmla="*/ 285851 w 375792"/>
                  <a:gd name="T1" fmla="*/ 0 h 1948721"/>
                  <a:gd name="T2" fmla="*/ 1038 w 375792"/>
                  <a:gd name="T3" fmla="*/ 899410 h 1948721"/>
                  <a:gd name="T4" fmla="*/ 375792 w 375792"/>
                  <a:gd name="T5" fmla="*/ 1948721 h 19487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792" h="1948721">
                    <a:moveTo>
                      <a:pt x="285851" y="0"/>
                    </a:moveTo>
                    <a:cubicBezTo>
                      <a:pt x="135949" y="287311"/>
                      <a:pt x="-13952" y="574623"/>
                      <a:pt x="1038" y="899410"/>
                    </a:cubicBezTo>
                    <a:cubicBezTo>
                      <a:pt x="16028" y="1224197"/>
                      <a:pt x="195910" y="1586459"/>
                      <a:pt x="375792" y="194872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75" name="Freeform 17"/>
              <p:cNvSpPr>
                <a:spLocks/>
              </p:cNvSpPr>
              <p:nvPr/>
            </p:nvSpPr>
            <p:spPr bwMode="auto">
              <a:xfrm>
                <a:off x="4947484" y="2988040"/>
                <a:ext cx="375792" cy="1948721"/>
              </a:xfrm>
              <a:custGeom>
                <a:avLst/>
                <a:gdLst>
                  <a:gd name="T0" fmla="*/ 285851 w 375792"/>
                  <a:gd name="T1" fmla="*/ 0 h 1948721"/>
                  <a:gd name="T2" fmla="*/ 1038 w 375792"/>
                  <a:gd name="T3" fmla="*/ 899410 h 1948721"/>
                  <a:gd name="T4" fmla="*/ 375792 w 375792"/>
                  <a:gd name="T5" fmla="*/ 1948721 h 19487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792" h="1948721">
                    <a:moveTo>
                      <a:pt x="285851" y="0"/>
                    </a:moveTo>
                    <a:cubicBezTo>
                      <a:pt x="135949" y="287311"/>
                      <a:pt x="-13952" y="574623"/>
                      <a:pt x="1038" y="899410"/>
                    </a:cubicBezTo>
                    <a:cubicBezTo>
                      <a:pt x="16028" y="1224197"/>
                      <a:pt x="195910" y="1586459"/>
                      <a:pt x="375792" y="194872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76" name="Freeform 18"/>
              <p:cNvSpPr>
                <a:spLocks/>
              </p:cNvSpPr>
              <p:nvPr/>
            </p:nvSpPr>
            <p:spPr bwMode="auto">
              <a:xfrm>
                <a:off x="2128604" y="3225384"/>
                <a:ext cx="229848" cy="1575216"/>
              </a:xfrm>
              <a:custGeom>
                <a:avLst/>
                <a:gdLst>
                  <a:gd name="T0" fmla="*/ 0 w 455222"/>
                  <a:gd name="T1" fmla="*/ 135591 h 2068642"/>
                  <a:gd name="T2" fmla="*/ 484 w 455222"/>
                  <a:gd name="T3" fmla="*/ 57970 h 2068642"/>
                  <a:gd name="T4" fmla="*/ 226 w 455222"/>
                  <a:gd name="T5" fmla="*/ 0 h 2068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5222" h="2068642">
                    <a:moveTo>
                      <a:pt x="0" y="2068642"/>
                    </a:moveTo>
                    <a:cubicBezTo>
                      <a:pt x="207364" y="1648917"/>
                      <a:pt x="414728" y="1229192"/>
                      <a:pt x="449705" y="884419"/>
                    </a:cubicBezTo>
                    <a:cubicBezTo>
                      <a:pt x="484682" y="539646"/>
                      <a:pt x="347272" y="269823"/>
                      <a:pt x="20986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77" name="Freeform 19"/>
              <p:cNvSpPr>
                <a:spLocks/>
              </p:cNvSpPr>
              <p:nvPr/>
            </p:nvSpPr>
            <p:spPr bwMode="auto">
              <a:xfrm>
                <a:off x="5766215" y="2808158"/>
                <a:ext cx="279816" cy="2068642"/>
              </a:xfrm>
              <a:custGeom>
                <a:avLst/>
                <a:gdLst>
                  <a:gd name="T0" fmla="*/ 0 w 455222"/>
                  <a:gd name="T1" fmla="*/ 2068642 h 2068642"/>
                  <a:gd name="T2" fmla="*/ 3463 w 455222"/>
                  <a:gd name="T3" fmla="*/ 884419 h 2068642"/>
                  <a:gd name="T4" fmla="*/ 1616 w 455222"/>
                  <a:gd name="T5" fmla="*/ 0 h 2068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5222" h="2068642">
                    <a:moveTo>
                      <a:pt x="0" y="2068642"/>
                    </a:moveTo>
                    <a:cubicBezTo>
                      <a:pt x="207364" y="1648917"/>
                      <a:pt x="414728" y="1229192"/>
                      <a:pt x="449705" y="884419"/>
                    </a:cubicBezTo>
                    <a:cubicBezTo>
                      <a:pt x="484682" y="539646"/>
                      <a:pt x="347272" y="269823"/>
                      <a:pt x="20986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278" name="TextBox 11"/>
              <p:cNvSpPr txBox="1">
                <a:spLocks noChangeArrowheads="1"/>
              </p:cNvSpPr>
              <p:nvPr/>
            </p:nvSpPr>
            <p:spPr bwMode="auto">
              <a:xfrm>
                <a:off x="5197838" y="2392341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oe</a:t>
                </a:r>
              </a:p>
            </p:txBody>
          </p:sp>
          <p:sp>
            <p:nvSpPr>
              <p:cNvPr id="96279" name="TextBox 11"/>
              <p:cNvSpPr txBox="1">
                <a:spLocks noChangeArrowheads="1"/>
              </p:cNvSpPr>
              <p:nvPr/>
            </p:nvSpPr>
            <p:spPr bwMode="auto">
              <a:xfrm>
                <a:off x="1901252" y="4977984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eo</a:t>
                </a:r>
              </a:p>
            </p:txBody>
          </p:sp>
          <p:sp>
            <p:nvSpPr>
              <p:cNvPr id="96280" name="TextBox 5"/>
              <p:cNvSpPr txBox="1">
                <a:spLocks noChangeArrowheads="1"/>
              </p:cNvSpPr>
              <p:nvPr/>
            </p:nvSpPr>
            <p:spPr bwMode="auto">
              <a:xfrm>
                <a:off x="3304134" y="25908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6281" name="TextBox 5"/>
              <p:cNvSpPr txBox="1">
                <a:spLocks noChangeArrowheads="1"/>
              </p:cNvSpPr>
              <p:nvPr/>
            </p:nvSpPr>
            <p:spPr bwMode="auto">
              <a:xfrm>
                <a:off x="3356547" y="45847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6282" name="TextBox 5"/>
              <p:cNvSpPr txBox="1">
                <a:spLocks noChangeArrowheads="1"/>
              </p:cNvSpPr>
              <p:nvPr/>
            </p:nvSpPr>
            <p:spPr bwMode="auto">
              <a:xfrm>
                <a:off x="3289402" y="5987395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6283" name="TextBox 5"/>
              <p:cNvSpPr txBox="1">
                <a:spLocks noChangeArrowheads="1"/>
              </p:cNvSpPr>
              <p:nvPr/>
            </p:nvSpPr>
            <p:spPr bwMode="auto">
              <a:xfrm>
                <a:off x="876198" y="3590712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6284" name="TextBox 5"/>
              <p:cNvSpPr txBox="1">
                <a:spLocks noChangeArrowheads="1"/>
              </p:cNvSpPr>
              <p:nvPr/>
            </p:nvSpPr>
            <p:spPr bwMode="auto">
              <a:xfrm>
                <a:off x="4945561" y="3681839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6285" name="TextBox 5"/>
              <p:cNvSpPr txBox="1">
                <a:spLocks noChangeArrowheads="1"/>
              </p:cNvSpPr>
              <p:nvPr/>
            </p:nvSpPr>
            <p:spPr bwMode="auto">
              <a:xfrm>
                <a:off x="2482985" y="3611734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6286" name="TextBox 5"/>
              <p:cNvSpPr txBox="1">
                <a:spLocks noChangeArrowheads="1"/>
              </p:cNvSpPr>
              <p:nvPr/>
            </p:nvSpPr>
            <p:spPr bwMode="auto">
              <a:xfrm>
                <a:off x="6106514" y="36703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6287" name="Oval 29"/>
              <p:cNvSpPr>
                <a:spLocks noChangeArrowheads="1"/>
              </p:cNvSpPr>
              <p:nvPr/>
            </p:nvSpPr>
            <p:spPr bwMode="auto">
              <a:xfrm>
                <a:off x="5016709" y="5050199"/>
                <a:ext cx="581733" cy="50467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cxnSp>
        <p:nvCxnSpPr>
          <p:cNvPr id="96261" name="Straight Arrow Connector 10"/>
          <p:cNvCxnSpPr>
            <a:cxnSpLocks noChangeShapeType="1"/>
          </p:cNvCxnSpPr>
          <p:nvPr/>
        </p:nvCxnSpPr>
        <p:spPr bwMode="auto">
          <a:xfrm>
            <a:off x="498475" y="2652713"/>
            <a:ext cx="1066800" cy="63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2716477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>
          <a:xfrm>
            <a:off x="152400" y="511175"/>
            <a:ext cx="8839200" cy="609600"/>
          </a:xfrm>
        </p:spPr>
        <p:txBody>
          <a:bodyPr/>
          <a:lstStyle/>
          <a:p>
            <a:r>
              <a:rPr lang="en-US" altLang="en-US"/>
              <a:t>No of a’s is even and no of b’s even-ee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97283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28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24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20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A3C9808B-46F0-4856-BEA8-8B7B72B2C9EC}" type="slidenum">
              <a:rPr lang="en-US" altLang="en-US" sz="140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7284" name="Group 3"/>
          <p:cNvGrpSpPr>
            <a:grpSpLocks/>
          </p:cNvGrpSpPr>
          <p:nvPr/>
        </p:nvGrpSpPr>
        <p:grpSpPr bwMode="auto">
          <a:xfrm>
            <a:off x="876300" y="1192213"/>
            <a:ext cx="5856288" cy="5380037"/>
            <a:chOff x="876198" y="1191730"/>
            <a:chExt cx="5856781" cy="5379865"/>
          </a:xfrm>
        </p:grpSpPr>
        <p:sp>
          <p:nvSpPr>
            <p:cNvPr id="97286" name="TextBox 5"/>
            <p:cNvSpPr txBox="1">
              <a:spLocks noChangeArrowheads="1"/>
            </p:cNvSpPr>
            <p:nvPr/>
          </p:nvSpPr>
          <p:spPr bwMode="auto">
            <a:xfrm>
              <a:off x="3289401" y="1191730"/>
              <a:ext cx="29199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defRPr sz="28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defRPr sz="24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defRPr sz="20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/>
                <a:t>a</a:t>
              </a:r>
            </a:p>
          </p:txBody>
        </p:sp>
        <p:grpSp>
          <p:nvGrpSpPr>
            <p:cNvPr id="97287" name="Group 5"/>
            <p:cNvGrpSpPr>
              <a:grpSpLocks/>
            </p:cNvGrpSpPr>
            <p:nvPr/>
          </p:nvGrpSpPr>
          <p:grpSpPr bwMode="auto">
            <a:xfrm>
              <a:off x="876198" y="1995367"/>
              <a:ext cx="5856781" cy="4576228"/>
              <a:chOff x="876198" y="1995367"/>
              <a:chExt cx="5856781" cy="4576228"/>
            </a:xfrm>
          </p:grpSpPr>
          <p:sp>
            <p:nvSpPr>
              <p:cNvPr id="97288" name="Oval 4"/>
              <p:cNvSpPr>
                <a:spLocks noChangeArrowheads="1"/>
              </p:cNvSpPr>
              <p:nvPr/>
            </p:nvSpPr>
            <p:spPr bwMode="auto">
              <a:xfrm>
                <a:off x="1524000" y="2362200"/>
                <a:ext cx="8382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7289" name="Oval 5"/>
              <p:cNvSpPr>
                <a:spLocks noChangeArrowheads="1"/>
              </p:cNvSpPr>
              <p:nvPr/>
            </p:nvSpPr>
            <p:spPr bwMode="auto">
              <a:xfrm>
                <a:off x="5022435" y="2240832"/>
                <a:ext cx="914400" cy="9144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7290" name="Oval 6"/>
              <p:cNvSpPr>
                <a:spLocks noChangeArrowheads="1"/>
              </p:cNvSpPr>
              <p:nvPr/>
            </p:nvSpPr>
            <p:spPr bwMode="auto">
              <a:xfrm>
                <a:off x="1752600" y="4876800"/>
                <a:ext cx="914400" cy="8382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7291" name="Oval 7"/>
              <p:cNvSpPr>
                <a:spLocks noChangeArrowheads="1"/>
              </p:cNvSpPr>
              <p:nvPr/>
            </p:nvSpPr>
            <p:spPr bwMode="auto">
              <a:xfrm>
                <a:off x="4924268" y="4839683"/>
                <a:ext cx="1066800" cy="99060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7292" name="TextBox 8"/>
              <p:cNvSpPr txBox="1">
                <a:spLocks noChangeArrowheads="1"/>
              </p:cNvSpPr>
              <p:nvPr/>
            </p:nvSpPr>
            <p:spPr bwMode="auto">
              <a:xfrm>
                <a:off x="1643362" y="2443400"/>
                <a:ext cx="7620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ee</a:t>
                </a:r>
              </a:p>
            </p:txBody>
          </p:sp>
          <p:sp>
            <p:nvSpPr>
              <p:cNvPr id="97293" name="TextBox 11"/>
              <p:cNvSpPr txBox="1">
                <a:spLocks noChangeArrowheads="1"/>
              </p:cNvSpPr>
              <p:nvPr/>
            </p:nvSpPr>
            <p:spPr bwMode="auto">
              <a:xfrm>
                <a:off x="5029201" y="4987145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oo</a:t>
                </a:r>
              </a:p>
            </p:txBody>
          </p:sp>
          <p:sp>
            <p:nvSpPr>
              <p:cNvPr id="97294" name="Freeform 12"/>
              <p:cNvSpPr>
                <a:spLocks/>
              </p:cNvSpPr>
              <p:nvPr/>
            </p:nvSpPr>
            <p:spPr bwMode="auto">
              <a:xfrm>
                <a:off x="1981200" y="1995367"/>
                <a:ext cx="3095468" cy="485087"/>
              </a:xfrm>
              <a:custGeom>
                <a:avLst/>
                <a:gdLst>
                  <a:gd name="T0" fmla="*/ 0 w 2743200"/>
                  <a:gd name="T1" fmla="*/ 33053366 h 299935"/>
                  <a:gd name="T2" fmla="*/ 4264948 w 2743200"/>
                  <a:gd name="T3" fmla="*/ 16092 h 299935"/>
                  <a:gd name="T4" fmla="*/ 9132006 w 2743200"/>
                  <a:gd name="T5" fmla="*/ 36724181 h 299935"/>
                  <a:gd name="T6" fmla="*/ 9132006 w 2743200"/>
                  <a:gd name="T7" fmla="*/ 36724181 h 299935"/>
                  <a:gd name="T8" fmla="*/ 9182184 w 2743200"/>
                  <a:gd name="T9" fmla="*/ 36724181 h 2999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43200" h="299935">
                    <a:moveTo>
                      <a:pt x="0" y="269955"/>
                    </a:moveTo>
                    <a:cubicBezTo>
                      <a:pt x="409731" y="132545"/>
                      <a:pt x="819462" y="-4865"/>
                      <a:pt x="1274164" y="132"/>
                    </a:cubicBezTo>
                    <a:cubicBezTo>
                      <a:pt x="1728866" y="5129"/>
                      <a:pt x="2728210" y="299935"/>
                      <a:pt x="2728210" y="299935"/>
                    </a:cubicBezTo>
                    <a:lnTo>
                      <a:pt x="2743200" y="299935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5" name="Freeform 13"/>
              <p:cNvSpPr>
                <a:spLocks/>
              </p:cNvSpPr>
              <p:nvPr/>
            </p:nvSpPr>
            <p:spPr bwMode="auto">
              <a:xfrm>
                <a:off x="2362200" y="4484984"/>
                <a:ext cx="2805659" cy="341432"/>
              </a:xfrm>
              <a:custGeom>
                <a:avLst/>
                <a:gdLst>
                  <a:gd name="T0" fmla="*/ 0 w 2743200"/>
                  <a:gd name="T1" fmla="*/ 986423 h 299935"/>
                  <a:gd name="T2" fmla="*/ 1595878 w 2743200"/>
                  <a:gd name="T3" fmla="*/ 484 h 299935"/>
                  <a:gd name="T4" fmla="*/ 3417056 w 2743200"/>
                  <a:gd name="T5" fmla="*/ 1095969 h 299935"/>
                  <a:gd name="T6" fmla="*/ 3417056 w 2743200"/>
                  <a:gd name="T7" fmla="*/ 1095969 h 299935"/>
                  <a:gd name="T8" fmla="*/ 3435830 w 2743200"/>
                  <a:gd name="T9" fmla="*/ 1095969 h 2999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43200" h="299935">
                    <a:moveTo>
                      <a:pt x="0" y="269955"/>
                    </a:moveTo>
                    <a:cubicBezTo>
                      <a:pt x="409731" y="132545"/>
                      <a:pt x="819462" y="-4865"/>
                      <a:pt x="1274164" y="132"/>
                    </a:cubicBezTo>
                    <a:cubicBezTo>
                      <a:pt x="1728866" y="5129"/>
                      <a:pt x="2728210" y="299935"/>
                      <a:pt x="2728210" y="299935"/>
                    </a:cubicBezTo>
                    <a:lnTo>
                      <a:pt x="2743200" y="299935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6" name="Freeform 14"/>
              <p:cNvSpPr>
                <a:spLocks/>
              </p:cNvSpPr>
              <p:nvPr/>
            </p:nvSpPr>
            <p:spPr bwMode="auto">
              <a:xfrm>
                <a:off x="2128603" y="2910184"/>
                <a:ext cx="2948065" cy="239000"/>
              </a:xfrm>
              <a:custGeom>
                <a:avLst/>
                <a:gdLst>
                  <a:gd name="T0" fmla="*/ 8875016 w 2608289"/>
                  <a:gd name="T1" fmla="*/ 0 h 346376"/>
                  <a:gd name="T2" fmla="*/ 4131473 w 2608289"/>
                  <a:gd name="T3" fmla="*/ 8434 h 346376"/>
                  <a:gd name="T4" fmla="*/ 0 w 2608289"/>
                  <a:gd name="T5" fmla="*/ 2567 h 3463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08289" h="346376">
                    <a:moveTo>
                      <a:pt x="2608289" y="0"/>
                    </a:moveTo>
                    <a:cubicBezTo>
                      <a:pt x="2128604" y="163643"/>
                      <a:pt x="1648919" y="327286"/>
                      <a:pt x="1214204" y="344774"/>
                    </a:cubicBezTo>
                    <a:cubicBezTo>
                      <a:pt x="779489" y="362262"/>
                      <a:pt x="389744" y="233596"/>
                      <a:pt x="0" y="10493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7" name="Freeform 15"/>
              <p:cNvSpPr>
                <a:spLocks/>
              </p:cNvSpPr>
              <p:nvPr/>
            </p:nvSpPr>
            <p:spPr bwMode="auto">
              <a:xfrm>
                <a:off x="2358452" y="5765384"/>
                <a:ext cx="2670749" cy="222011"/>
              </a:xfrm>
              <a:custGeom>
                <a:avLst/>
                <a:gdLst>
                  <a:gd name="T0" fmla="*/ 3304679 w 2608289"/>
                  <a:gd name="T1" fmla="*/ 0 h 346376"/>
                  <a:gd name="T2" fmla="*/ 1538384 w 2608289"/>
                  <a:gd name="T3" fmla="*/ 4035 h 346376"/>
                  <a:gd name="T4" fmla="*/ 0 w 2608289"/>
                  <a:gd name="T5" fmla="*/ 1228 h 3463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08289" h="346376">
                    <a:moveTo>
                      <a:pt x="2608289" y="0"/>
                    </a:moveTo>
                    <a:cubicBezTo>
                      <a:pt x="2128604" y="163643"/>
                      <a:pt x="1648919" y="327286"/>
                      <a:pt x="1214204" y="344774"/>
                    </a:cubicBezTo>
                    <a:cubicBezTo>
                      <a:pt x="779489" y="362262"/>
                      <a:pt x="389744" y="233596"/>
                      <a:pt x="0" y="10493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8" name="Freeform 16"/>
              <p:cNvSpPr>
                <a:spLocks/>
              </p:cNvSpPr>
              <p:nvPr/>
            </p:nvSpPr>
            <p:spPr bwMode="auto">
              <a:xfrm>
                <a:off x="1378057" y="3117954"/>
                <a:ext cx="375792" cy="1948721"/>
              </a:xfrm>
              <a:custGeom>
                <a:avLst/>
                <a:gdLst>
                  <a:gd name="T0" fmla="*/ 285851 w 375792"/>
                  <a:gd name="T1" fmla="*/ 0 h 1948721"/>
                  <a:gd name="T2" fmla="*/ 1038 w 375792"/>
                  <a:gd name="T3" fmla="*/ 899410 h 1948721"/>
                  <a:gd name="T4" fmla="*/ 375792 w 375792"/>
                  <a:gd name="T5" fmla="*/ 1948721 h 19487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792" h="1948721">
                    <a:moveTo>
                      <a:pt x="285851" y="0"/>
                    </a:moveTo>
                    <a:cubicBezTo>
                      <a:pt x="135949" y="287311"/>
                      <a:pt x="-13952" y="574623"/>
                      <a:pt x="1038" y="899410"/>
                    </a:cubicBezTo>
                    <a:cubicBezTo>
                      <a:pt x="16028" y="1224197"/>
                      <a:pt x="195910" y="1586459"/>
                      <a:pt x="375792" y="194872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99" name="Freeform 17"/>
              <p:cNvSpPr>
                <a:spLocks/>
              </p:cNvSpPr>
              <p:nvPr/>
            </p:nvSpPr>
            <p:spPr bwMode="auto">
              <a:xfrm>
                <a:off x="4947484" y="2988040"/>
                <a:ext cx="375792" cy="1948721"/>
              </a:xfrm>
              <a:custGeom>
                <a:avLst/>
                <a:gdLst>
                  <a:gd name="T0" fmla="*/ 285851 w 375792"/>
                  <a:gd name="T1" fmla="*/ 0 h 1948721"/>
                  <a:gd name="T2" fmla="*/ 1038 w 375792"/>
                  <a:gd name="T3" fmla="*/ 899410 h 1948721"/>
                  <a:gd name="T4" fmla="*/ 375792 w 375792"/>
                  <a:gd name="T5" fmla="*/ 1948721 h 19487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5792" h="1948721">
                    <a:moveTo>
                      <a:pt x="285851" y="0"/>
                    </a:moveTo>
                    <a:cubicBezTo>
                      <a:pt x="135949" y="287311"/>
                      <a:pt x="-13952" y="574623"/>
                      <a:pt x="1038" y="899410"/>
                    </a:cubicBezTo>
                    <a:cubicBezTo>
                      <a:pt x="16028" y="1224197"/>
                      <a:pt x="195910" y="1586459"/>
                      <a:pt x="375792" y="1948721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00" name="Freeform 18"/>
              <p:cNvSpPr>
                <a:spLocks/>
              </p:cNvSpPr>
              <p:nvPr/>
            </p:nvSpPr>
            <p:spPr bwMode="auto">
              <a:xfrm>
                <a:off x="2128604" y="3225384"/>
                <a:ext cx="229848" cy="1575216"/>
              </a:xfrm>
              <a:custGeom>
                <a:avLst/>
                <a:gdLst>
                  <a:gd name="T0" fmla="*/ 0 w 455222"/>
                  <a:gd name="T1" fmla="*/ 135591 h 2068642"/>
                  <a:gd name="T2" fmla="*/ 484 w 455222"/>
                  <a:gd name="T3" fmla="*/ 57970 h 2068642"/>
                  <a:gd name="T4" fmla="*/ 226 w 455222"/>
                  <a:gd name="T5" fmla="*/ 0 h 2068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5222" h="2068642">
                    <a:moveTo>
                      <a:pt x="0" y="2068642"/>
                    </a:moveTo>
                    <a:cubicBezTo>
                      <a:pt x="207364" y="1648917"/>
                      <a:pt x="414728" y="1229192"/>
                      <a:pt x="449705" y="884419"/>
                    </a:cubicBezTo>
                    <a:cubicBezTo>
                      <a:pt x="484682" y="539646"/>
                      <a:pt x="347272" y="269823"/>
                      <a:pt x="20986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01" name="Freeform 19"/>
              <p:cNvSpPr>
                <a:spLocks/>
              </p:cNvSpPr>
              <p:nvPr/>
            </p:nvSpPr>
            <p:spPr bwMode="auto">
              <a:xfrm>
                <a:off x="5766215" y="2808158"/>
                <a:ext cx="279816" cy="2068642"/>
              </a:xfrm>
              <a:custGeom>
                <a:avLst/>
                <a:gdLst>
                  <a:gd name="T0" fmla="*/ 0 w 455222"/>
                  <a:gd name="T1" fmla="*/ 2068642 h 2068642"/>
                  <a:gd name="T2" fmla="*/ 3463 w 455222"/>
                  <a:gd name="T3" fmla="*/ 884419 h 2068642"/>
                  <a:gd name="T4" fmla="*/ 1616 w 455222"/>
                  <a:gd name="T5" fmla="*/ 0 h 20686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5222" h="2068642">
                    <a:moveTo>
                      <a:pt x="0" y="2068642"/>
                    </a:moveTo>
                    <a:cubicBezTo>
                      <a:pt x="207364" y="1648917"/>
                      <a:pt x="414728" y="1229192"/>
                      <a:pt x="449705" y="884419"/>
                    </a:cubicBezTo>
                    <a:cubicBezTo>
                      <a:pt x="484682" y="539646"/>
                      <a:pt x="347272" y="269823"/>
                      <a:pt x="209862" y="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02" name="TextBox 11"/>
              <p:cNvSpPr txBox="1">
                <a:spLocks noChangeArrowheads="1"/>
              </p:cNvSpPr>
              <p:nvPr/>
            </p:nvSpPr>
            <p:spPr bwMode="auto">
              <a:xfrm>
                <a:off x="5197838" y="2392341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oe</a:t>
                </a:r>
              </a:p>
            </p:txBody>
          </p:sp>
          <p:sp>
            <p:nvSpPr>
              <p:cNvPr id="97303" name="TextBox 11"/>
              <p:cNvSpPr txBox="1">
                <a:spLocks noChangeArrowheads="1"/>
              </p:cNvSpPr>
              <p:nvPr/>
            </p:nvSpPr>
            <p:spPr bwMode="auto">
              <a:xfrm>
                <a:off x="1901252" y="4977984"/>
                <a:ext cx="914400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eo</a:t>
                </a:r>
              </a:p>
            </p:txBody>
          </p:sp>
          <p:sp>
            <p:nvSpPr>
              <p:cNvPr id="97304" name="TextBox 5"/>
              <p:cNvSpPr txBox="1">
                <a:spLocks noChangeArrowheads="1"/>
              </p:cNvSpPr>
              <p:nvPr/>
            </p:nvSpPr>
            <p:spPr bwMode="auto">
              <a:xfrm>
                <a:off x="3304134" y="25908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7305" name="TextBox 5"/>
              <p:cNvSpPr txBox="1">
                <a:spLocks noChangeArrowheads="1"/>
              </p:cNvSpPr>
              <p:nvPr/>
            </p:nvSpPr>
            <p:spPr bwMode="auto">
              <a:xfrm>
                <a:off x="3356547" y="45847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7306" name="TextBox 5"/>
              <p:cNvSpPr txBox="1">
                <a:spLocks noChangeArrowheads="1"/>
              </p:cNvSpPr>
              <p:nvPr/>
            </p:nvSpPr>
            <p:spPr bwMode="auto">
              <a:xfrm>
                <a:off x="3289402" y="5987395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a</a:t>
                </a:r>
              </a:p>
            </p:txBody>
          </p:sp>
          <p:sp>
            <p:nvSpPr>
              <p:cNvPr id="97307" name="TextBox 5"/>
              <p:cNvSpPr txBox="1">
                <a:spLocks noChangeArrowheads="1"/>
              </p:cNvSpPr>
              <p:nvPr/>
            </p:nvSpPr>
            <p:spPr bwMode="auto">
              <a:xfrm>
                <a:off x="876198" y="3590712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7308" name="TextBox 5"/>
              <p:cNvSpPr txBox="1">
                <a:spLocks noChangeArrowheads="1"/>
              </p:cNvSpPr>
              <p:nvPr/>
            </p:nvSpPr>
            <p:spPr bwMode="auto">
              <a:xfrm>
                <a:off x="4945561" y="3681839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7309" name="TextBox 5"/>
              <p:cNvSpPr txBox="1">
                <a:spLocks noChangeArrowheads="1"/>
              </p:cNvSpPr>
              <p:nvPr/>
            </p:nvSpPr>
            <p:spPr bwMode="auto">
              <a:xfrm>
                <a:off x="2482985" y="3611734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7310" name="TextBox 5"/>
              <p:cNvSpPr txBox="1">
                <a:spLocks noChangeArrowheads="1"/>
              </p:cNvSpPr>
              <p:nvPr/>
            </p:nvSpPr>
            <p:spPr bwMode="auto">
              <a:xfrm>
                <a:off x="6106514" y="3670300"/>
                <a:ext cx="626465" cy="584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r>
                  <a:rPr lang="en-US" altLang="en-US"/>
                  <a:t>b</a:t>
                </a:r>
              </a:p>
            </p:txBody>
          </p:sp>
          <p:sp>
            <p:nvSpPr>
              <p:cNvPr id="97311" name="Oval 29"/>
              <p:cNvSpPr>
                <a:spLocks noChangeArrowheads="1"/>
              </p:cNvSpPr>
              <p:nvPr/>
            </p:nvSpPr>
            <p:spPr bwMode="auto">
              <a:xfrm>
                <a:off x="1650360" y="2517514"/>
                <a:ext cx="581733" cy="504670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>
                        <a:alpha val="50195"/>
                      </a:schemeClr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defRPr sz="28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defRPr sz="24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defRPr sz="20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en-US" altLang="en-US"/>
              </a:p>
            </p:txBody>
          </p:sp>
        </p:grpSp>
      </p:grpSp>
      <p:cxnSp>
        <p:nvCxnSpPr>
          <p:cNvPr id="97285" name="Straight Arrow Connector 10"/>
          <p:cNvCxnSpPr>
            <a:cxnSpLocks noChangeShapeType="1"/>
          </p:cNvCxnSpPr>
          <p:nvPr/>
        </p:nvCxnSpPr>
        <p:spPr bwMode="auto">
          <a:xfrm>
            <a:off x="498475" y="2652713"/>
            <a:ext cx="1066800" cy="63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7948214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 dirty="0" err="1"/>
              <a:t>NFA</a:t>
            </a:r>
            <a:r>
              <a:rPr lang="en-US" b="1" dirty="0"/>
              <a:t>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8125" y="773113"/>
                <a:ext cx="8667750" cy="4416425"/>
              </a:xfrm>
            </p:spPr>
            <p:txBody>
              <a:bodyPr/>
              <a:lstStyle/>
              <a:p>
                <a:pPr marL="0" indent="0" eaLnBrk="1" hangingPunct="1">
                  <a:buFont typeface="Arial" panose="020B0604020202020204" pitchFamily="34" charset="0"/>
                  <a:buNone/>
                </a:pPr>
                <a:r>
                  <a:rPr lang="en-US" sz="2400" b="1" dirty="0"/>
                  <a:t>NFA is defined as        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M=(Q, ∑ , </a:t>
                </a: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ꝺ, q0, F)</a:t>
                </a:r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Font typeface="Arial" panose="020B0604020202020204" pitchFamily="34" charset="0"/>
                  <a:buNone/>
                </a:pPr>
                <a:r>
                  <a:rPr 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Where, Q= set of states</a:t>
                </a:r>
              </a:p>
              <a:p>
                <a:pPr marL="0" indent="0" eaLnBrk="1" hangingPunct="1">
                  <a:buFont typeface="Arial" panose="020B0604020202020204" pitchFamily="34" charset="0"/>
                  <a:buNone/>
                </a:pPr>
                <a:r>
                  <a:rPr 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Σ = input alphabet</a:t>
                </a:r>
              </a:p>
              <a:p>
                <a:pPr marL="0" indent="0" eaLnBrk="1" hangingPunct="1">
                  <a:buNone/>
                </a:pP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ꝺ = transition function     </a:t>
                </a:r>
                <a:r>
                  <a:rPr lang="en-US" sz="24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ꝺ: Q X ( </a:t>
                </a:r>
                <a:r>
                  <a:rPr lang="el-GR" sz="24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Σ</a:t>
                </a:r>
                <a:r>
                  <a:rPr lang="en-US" sz="24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) </a:t>
                </a:r>
                <a:r>
                  <a:rPr lang="en-US" sz="2400" b="1" dirty="0">
                    <a:solidFill>
                      <a:srgbClr val="00B050"/>
                    </a:solidFill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𝟐</m:t>
                        </m:r>
                      </m:e>
                      <m:sup>
                        <m:r>
                          <a:rPr lang="en-US" sz="24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Wingdings" panose="05000000000000000000" pitchFamily="2" charset="2"/>
                          </a:rPr>
                          <m:t>𝑸</m:t>
                        </m:r>
                      </m:sup>
                    </m:sSup>
                  </m:oMath>
                </a14:m>
                <a:endParaRPr lang="en-US" sz="2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q0</a:t>
                </a:r>
                <a:r>
                  <a:rPr 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Start / Initial State</a:t>
                </a:r>
              </a:p>
              <a:p>
                <a:pPr marL="0" indent="0" eaLnBrk="1" hangingPunct="1">
                  <a:buNone/>
                </a:pPr>
                <a:r>
                  <a:rPr 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       F  set of acceptance state</a:t>
                </a:r>
                <a:endParaRPr lang="en-US" sz="2400" b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22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773113"/>
                <a:ext cx="8667750" cy="4416425"/>
              </a:xfrm>
              <a:blipFill>
                <a:blip r:embed="rId3"/>
                <a:stretch>
                  <a:fillRect l="-1055" t="-22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70"/>
          <p:cNvSpPr>
            <a:spLocks noChangeArrowheads="1"/>
          </p:cNvSpPr>
          <p:nvPr/>
        </p:nvSpPr>
        <p:spPr bwMode="auto">
          <a:xfrm>
            <a:off x="2555875" y="433387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" name="Oval 73"/>
          <p:cNvSpPr>
            <a:spLocks noChangeArrowheads="1"/>
          </p:cNvSpPr>
          <p:nvPr/>
        </p:nvSpPr>
        <p:spPr bwMode="auto">
          <a:xfrm>
            <a:off x="5843588" y="370998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" name="Line 75"/>
          <p:cNvSpPr>
            <a:spLocks noChangeShapeType="1"/>
          </p:cNvSpPr>
          <p:nvPr/>
        </p:nvSpPr>
        <p:spPr bwMode="auto">
          <a:xfrm>
            <a:off x="1946275" y="46005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6"/>
          <p:cNvSpPr>
            <a:spLocks noChangeShapeType="1"/>
          </p:cNvSpPr>
          <p:nvPr/>
        </p:nvSpPr>
        <p:spPr bwMode="auto">
          <a:xfrm flipV="1">
            <a:off x="4497388" y="3957638"/>
            <a:ext cx="1193800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" name="Object 79"/>
          <p:cNvGraphicFramePr>
            <a:graphicFrameLocks noChangeAspect="1"/>
          </p:cNvGraphicFramePr>
          <p:nvPr/>
        </p:nvGraphicFramePr>
        <p:xfrm>
          <a:off x="2613025" y="433387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100" imgH="469900" progId="Equation.3">
                  <p:embed/>
                </p:oleObj>
              </mc:Choice>
              <mc:Fallback>
                <p:oleObj name="Equation" r:id="rId4" imgW="419100" imgH="469900" progId="Equation.3">
                  <p:embed/>
                  <p:pic>
                    <p:nvPicPr>
                      <p:cNvPr id="1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433387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80"/>
          <p:cNvSpPr>
            <a:spLocks noChangeArrowheads="1"/>
          </p:cNvSpPr>
          <p:nvPr/>
        </p:nvSpPr>
        <p:spPr bwMode="auto">
          <a:xfrm>
            <a:off x="3962400" y="370998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2" name="Object 81"/>
          <p:cNvGraphicFramePr>
            <a:graphicFrameLocks noChangeAspect="1"/>
          </p:cNvGraphicFramePr>
          <p:nvPr/>
        </p:nvGraphicFramePr>
        <p:xfrm>
          <a:off x="4046538" y="3709988"/>
          <a:ext cx="3413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51" imgH="469696" progId="Equation.3">
                  <p:embed/>
                </p:oleObj>
              </mc:Choice>
              <mc:Fallback>
                <p:oleObj name="Equation" r:id="rId6" imgW="342751" imgH="469696" progId="Equation.3">
                  <p:embed/>
                  <p:pic>
                    <p:nvPicPr>
                      <p:cNvPr id="1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3709988"/>
                        <a:ext cx="3413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4"/>
          <p:cNvGraphicFramePr>
            <a:graphicFrameLocks noChangeAspect="1"/>
          </p:cNvGraphicFramePr>
          <p:nvPr/>
        </p:nvGraphicFramePr>
        <p:xfrm>
          <a:off x="5875338" y="3590925"/>
          <a:ext cx="4683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5" imgH="215619" progId="Equation.3">
                  <p:embed/>
                </p:oleObj>
              </mc:Choice>
              <mc:Fallback>
                <p:oleObj name="Equation" r:id="rId8" imgW="164885" imgH="215619" progId="Equation.3">
                  <p:embed/>
                  <p:pic>
                    <p:nvPicPr>
                      <p:cNvPr id="13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8" y="3590925"/>
                        <a:ext cx="4683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85"/>
          <p:cNvSpPr>
            <a:spLocks noChangeShapeType="1"/>
          </p:cNvSpPr>
          <p:nvPr/>
        </p:nvSpPr>
        <p:spPr bwMode="auto">
          <a:xfrm flipV="1">
            <a:off x="3101975" y="4079875"/>
            <a:ext cx="868363" cy="439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" name="Object 86"/>
          <p:cNvGraphicFramePr>
            <a:graphicFrameLocks noChangeAspect="1"/>
          </p:cNvGraphicFramePr>
          <p:nvPr/>
        </p:nvGraphicFramePr>
        <p:xfrm>
          <a:off x="3216275" y="3852863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835" imgH="139518" progId="Equation.3">
                  <p:embed/>
                </p:oleObj>
              </mc:Choice>
              <mc:Fallback>
                <p:oleObj name="Equation" r:id="rId10" imgW="126835" imgH="139518" progId="Equation.3">
                  <p:embed/>
                  <p:pic>
                    <p:nvPicPr>
                      <p:cNvPr id="15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852863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6"/>
          <p:cNvGraphicFramePr>
            <a:graphicFrameLocks noChangeAspect="1"/>
          </p:cNvGraphicFramePr>
          <p:nvPr/>
        </p:nvGraphicFramePr>
        <p:xfrm>
          <a:off x="4905375" y="3495675"/>
          <a:ext cx="2746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5" imgH="177415" progId="Equation.3">
                  <p:embed/>
                </p:oleObj>
              </mc:Choice>
              <mc:Fallback>
                <p:oleObj name="Equation" r:id="rId12" imgW="126725" imgH="177415" progId="Equation.3">
                  <p:embed/>
                  <p:pic>
                    <p:nvPicPr>
                      <p:cNvPr id="2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3495675"/>
                        <a:ext cx="2746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6"/>
          <p:cNvGraphicFramePr>
            <a:graphicFrameLocks noChangeAspect="1"/>
          </p:cNvGraphicFramePr>
          <p:nvPr/>
        </p:nvGraphicFramePr>
        <p:xfrm>
          <a:off x="2025650" y="3609975"/>
          <a:ext cx="5508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3780" imgH="203024" progId="Equation.3">
                  <p:embed/>
                </p:oleObj>
              </mc:Choice>
              <mc:Fallback>
                <p:oleObj name="Equation" r:id="rId14" imgW="253780" imgH="203024" progId="Equation.3">
                  <p:embed/>
                  <p:pic>
                    <p:nvPicPr>
                      <p:cNvPr id="2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609975"/>
                        <a:ext cx="5508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Oval 74"/>
          <p:cNvSpPr>
            <a:spLocks noChangeArrowheads="1"/>
          </p:cNvSpPr>
          <p:nvPr/>
        </p:nvSpPr>
        <p:spPr bwMode="auto">
          <a:xfrm>
            <a:off x="5691188" y="3552825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6" name="Oval 73"/>
          <p:cNvSpPr>
            <a:spLocks noChangeArrowheads="1"/>
          </p:cNvSpPr>
          <p:nvPr/>
        </p:nvSpPr>
        <p:spPr bwMode="auto">
          <a:xfrm>
            <a:off x="5843588" y="513873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7" name="Oval 80"/>
          <p:cNvSpPr>
            <a:spLocks noChangeArrowheads="1"/>
          </p:cNvSpPr>
          <p:nvPr/>
        </p:nvSpPr>
        <p:spPr bwMode="auto">
          <a:xfrm>
            <a:off x="3960813" y="50085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8" name="Oval 74"/>
          <p:cNvSpPr>
            <a:spLocks noChangeArrowheads="1"/>
          </p:cNvSpPr>
          <p:nvPr/>
        </p:nvSpPr>
        <p:spPr bwMode="auto">
          <a:xfrm>
            <a:off x="5691188" y="4986338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9" name="Line 76"/>
          <p:cNvSpPr>
            <a:spLocks noChangeShapeType="1"/>
          </p:cNvSpPr>
          <p:nvPr/>
        </p:nvSpPr>
        <p:spPr bwMode="auto">
          <a:xfrm flipV="1">
            <a:off x="4497388" y="5365750"/>
            <a:ext cx="1193800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85"/>
          <p:cNvSpPr>
            <a:spLocks noChangeShapeType="1"/>
          </p:cNvSpPr>
          <p:nvPr/>
        </p:nvSpPr>
        <p:spPr bwMode="auto">
          <a:xfrm>
            <a:off x="2976563" y="4829175"/>
            <a:ext cx="981075" cy="404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" name="Object 81"/>
          <p:cNvGraphicFramePr>
            <a:graphicFrameLocks noChangeAspect="1"/>
          </p:cNvGraphicFramePr>
          <p:nvPr/>
        </p:nvGraphicFramePr>
        <p:xfrm>
          <a:off x="4046538" y="4905375"/>
          <a:ext cx="4254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5028" imgH="228501" progId="Equation.3">
                  <p:embed/>
                </p:oleObj>
              </mc:Choice>
              <mc:Fallback>
                <p:oleObj name="Equation" r:id="rId16" imgW="165028" imgH="228501" progId="Equation.3">
                  <p:embed/>
                  <p:pic>
                    <p:nvPicPr>
                      <p:cNvPr id="31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4905375"/>
                        <a:ext cx="4254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4"/>
          <p:cNvGraphicFramePr>
            <a:graphicFrameLocks noChangeAspect="1"/>
          </p:cNvGraphicFramePr>
          <p:nvPr/>
        </p:nvGraphicFramePr>
        <p:xfrm>
          <a:off x="5921375" y="513397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19100" imgH="469900" progId="Equation.3">
                  <p:embed/>
                </p:oleObj>
              </mc:Choice>
              <mc:Fallback>
                <p:oleObj name="Equation" r:id="rId18" imgW="419100" imgH="469900" progId="Equation.3">
                  <p:embed/>
                  <p:pic>
                    <p:nvPicPr>
                      <p:cNvPr id="3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513397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86"/>
          <p:cNvGraphicFramePr>
            <a:graphicFrameLocks noChangeAspect="1"/>
          </p:cNvGraphicFramePr>
          <p:nvPr/>
        </p:nvGraphicFramePr>
        <p:xfrm>
          <a:off x="5010150" y="5035550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835" imgH="139518" progId="Equation.3">
                  <p:embed/>
                </p:oleObj>
              </mc:Choice>
              <mc:Fallback>
                <p:oleObj name="Equation" r:id="rId20" imgW="126835" imgH="139518" progId="Equation.3">
                  <p:embed/>
                  <p:pic>
                    <p:nvPicPr>
                      <p:cNvPr id="3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0" y="5035550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86"/>
          <p:cNvGraphicFramePr>
            <a:graphicFrameLocks noChangeAspect="1"/>
          </p:cNvGraphicFramePr>
          <p:nvPr/>
        </p:nvGraphicFramePr>
        <p:xfrm>
          <a:off x="3282950" y="4886325"/>
          <a:ext cx="2746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725" imgH="177415" progId="Equation.3">
                  <p:embed/>
                </p:oleObj>
              </mc:Choice>
              <mc:Fallback>
                <p:oleObj name="Equation" r:id="rId22" imgW="126725" imgH="177415" progId="Equation.3">
                  <p:embed/>
                  <p:pic>
                    <p:nvPicPr>
                      <p:cNvPr id="3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4886325"/>
                        <a:ext cx="2746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Freeform 56"/>
          <p:cNvSpPr>
            <a:spLocks/>
          </p:cNvSpPr>
          <p:nvPr/>
        </p:nvSpPr>
        <p:spPr bwMode="auto">
          <a:xfrm>
            <a:off x="2582863" y="3417888"/>
            <a:ext cx="546100" cy="10033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08300F-3021-4FF2-9AE9-13F2DEE2C2D1}" type="datetime1">
              <a:rPr lang="en-US" smtClean="0"/>
              <a:t>2/16/2023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6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 animBg="1"/>
      <p:bldP spid="9" grpId="0" animBg="1"/>
      <p:bldP spid="11" grpId="0" animBg="1"/>
      <p:bldP spid="14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NFA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8125" y="773113"/>
            <a:ext cx="8667750" cy="44164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 dirty="0"/>
              <a:t>Design NFA that accepts language of strings ending with ab/</a:t>
            </a:r>
            <a:r>
              <a:rPr lang="en-US" sz="2400" b="1" dirty="0" err="1"/>
              <a:t>ba</a:t>
            </a:r>
            <a:r>
              <a:rPr lang="en-US" sz="2400" b="1" dirty="0"/>
              <a:t> over ∑ = {a, b}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Solution</a:t>
            </a: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accepted= {ab,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abab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baba,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bbab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aaaba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…}</a:t>
            </a: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rejected= {</a:t>
            </a:r>
            <a:r>
              <a:rPr lang="el-GR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ϵ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a, b, aa, bb, </a:t>
            </a:r>
            <a:r>
              <a:rPr lang="en-US" sz="2400" b="1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aaa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abb, </a:t>
            </a:r>
            <a:r>
              <a:rPr lang="en-US" sz="2400" b="1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aaabbb</a:t>
            </a:r>
            <a:r>
              <a:rPr lang="en-US" sz="2400" b="1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, …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 Diagram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5" name="Oval 70"/>
          <p:cNvSpPr>
            <a:spLocks noChangeArrowheads="1"/>
          </p:cNvSpPr>
          <p:nvPr/>
        </p:nvSpPr>
        <p:spPr bwMode="auto">
          <a:xfrm>
            <a:off x="2555875" y="433387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" name="Oval 73"/>
          <p:cNvSpPr>
            <a:spLocks noChangeArrowheads="1"/>
          </p:cNvSpPr>
          <p:nvPr/>
        </p:nvSpPr>
        <p:spPr bwMode="auto">
          <a:xfrm>
            <a:off x="5843588" y="370998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" name="Line 75"/>
          <p:cNvSpPr>
            <a:spLocks noChangeShapeType="1"/>
          </p:cNvSpPr>
          <p:nvPr/>
        </p:nvSpPr>
        <p:spPr bwMode="auto">
          <a:xfrm>
            <a:off x="1946275" y="46005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6"/>
          <p:cNvSpPr>
            <a:spLocks noChangeShapeType="1"/>
          </p:cNvSpPr>
          <p:nvPr/>
        </p:nvSpPr>
        <p:spPr bwMode="auto">
          <a:xfrm flipV="1">
            <a:off x="4497388" y="3957638"/>
            <a:ext cx="1193800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" name="Object 79"/>
          <p:cNvGraphicFramePr>
            <a:graphicFrameLocks noChangeAspect="1"/>
          </p:cNvGraphicFramePr>
          <p:nvPr/>
        </p:nvGraphicFramePr>
        <p:xfrm>
          <a:off x="2613025" y="433387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433387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80"/>
          <p:cNvSpPr>
            <a:spLocks noChangeArrowheads="1"/>
          </p:cNvSpPr>
          <p:nvPr/>
        </p:nvSpPr>
        <p:spPr bwMode="auto">
          <a:xfrm>
            <a:off x="3962400" y="370998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2" name="Object 81"/>
          <p:cNvGraphicFramePr>
            <a:graphicFrameLocks noChangeAspect="1"/>
          </p:cNvGraphicFramePr>
          <p:nvPr/>
        </p:nvGraphicFramePr>
        <p:xfrm>
          <a:off x="4046538" y="3709988"/>
          <a:ext cx="3413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3709988"/>
                        <a:ext cx="3413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4"/>
          <p:cNvGraphicFramePr>
            <a:graphicFrameLocks noChangeAspect="1"/>
          </p:cNvGraphicFramePr>
          <p:nvPr/>
        </p:nvGraphicFramePr>
        <p:xfrm>
          <a:off x="5875338" y="3590925"/>
          <a:ext cx="4683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215619" progId="Equation.3">
                  <p:embed/>
                </p:oleObj>
              </mc:Choice>
              <mc:Fallback>
                <p:oleObj name="Equation" r:id="rId6" imgW="164885" imgH="215619" progId="Equation.3">
                  <p:embed/>
                  <p:pic>
                    <p:nvPicPr>
                      <p:cNvPr id="13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8" y="3590925"/>
                        <a:ext cx="4683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85"/>
          <p:cNvSpPr>
            <a:spLocks noChangeShapeType="1"/>
          </p:cNvSpPr>
          <p:nvPr/>
        </p:nvSpPr>
        <p:spPr bwMode="auto">
          <a:xfrm flipV="1">
            <a:off x="3101975" y="4079875"/>
            <a:ext cx="868363" cy="439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" name="Object 86"/>
          <p:cNvGraphicFramePr>
            <a:graphicFrameLocks noChangeAspect="1"/>
          </p:cNvGraphicFramePr>
          <p:nvPr/>
        </p:nvGraphicFramePr>
        <p:xfrm>
          <a:off x="3216275" y="3852863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835" imgH="139518" progId="Equation.3">
                  <p:embed/>
                </p:oleObj>
              </mc:Choice>
              <mc:Fallback>
                <p:oleObj name="Equation" r:id="rId8" imgW="126835" imgH="139518" progId="Equation.3">
                  <p:embed/>
                  <p:pic>
                    <p:nvPicPr>
                      <p:cNvPr id="15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852863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6"/>
          <p:cNvGraphicFramePr>
            <a:graphicFrameLocks noChangeAspect="1"/>
          </p:cNvGraphicFramePr>
          <p:nvPr/>
        </p:nvGraphicFramePr>
        <p:xfrm>
          <a:off x="4905375" y="3495675"/>
          <a:ext cx="2746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5" imgH="177415" progId="Equation.3">
                  <p:embed/>
                </p:oleObj>
              </mc:Choice>
              <mc:Fallback>
                <p:oleObj name="Equation" r:id="rId10" imgW="126725" imgH="177415" progId="Equation.3">
                  <p:embed/>
                  <p:pic>
                    <p:nvPicPr>
                      <p:cNvPr id="2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3495675"/>
                        <a:ext cx="2746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6"/>
          <p:cNvGraphicFramePr>
            <a:graphicFrameLocks noChangeAspect="1"/>
          </p:cNvGraphicFramePr>
          <p:nvPr/>
        </p:nvGraphicFramePr>
        <p:xfrm>
          <a:off x="2025650" y="3609975"/>
          <a:ext cx="5508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780" imgH="203024" progId="Equation.3">
                  <p:embed/>
                </p:oleObj>
              </mc:Choice>
              <mc:Fallback>
                <p:oleObj name="Equation" r:id="rId12" imgW="253780" imgH="203024" progId="Equation.3">
                  <p:embed/>
                  <p:pic>
                    <p:nvPicPr>
                      <p:cNvPr id="2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609975"/>
                        <a:ext cx="5508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Oval 74"/>
          <p:cNvSpPr>
            <a:spLocks noChangeArrowheads="1"/>
          </p:cNvSpPr>
          <p:nvPr/>
        </p:nvSpPr>
        <p:spPr bwMode="auto">
          <a:xfrm>
            <a:off x="5691188" y="3552825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6" name="Oval 73"/>
          <p:cNvSpPr>
            <a:spLocks noChangeArrowheads="1"/>
          </p:cNvSpPr>
          <p:nvPr/>
        </p:nvSpPr>
        <p:spPr bwMode="auto">
          <a:xfrm>
            <a:off x="5843588" y="513873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7" name="Oval 80"/>
          <p:cNvSpPr>
            <a:spLocks noChangeArrowheads="1"/>
          </p:cNvSpPr>
          <p:nvPr/>
        </p:nvSpPr>
        <p:spPr bwMode="auto">
          <a:xfrm>
            <a:off x="3960813" y="50085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8" name="Oval 74"/>
          <p:cNvSpPr>
            <a:spLocks noChangeArrowheads="1"/>
          </p:cNvSpPr>
          <p:nvPr/>
        </p:nvSpPr>
        <p:spPr bwMode="auto">
          <a:xfrm>
            <a:off x="5691188" y="4986338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9" name="Line 76"/>
          <p:cNvSpPr>
            <a:spLocks noChangeShapeType="1"/>
          </p:cNvSpPr>
          <p:nvPr/>
        </p:nvSpPr>
        <p:spPr bwMode="auto">
          <a:xfrm flipV="1">
            <a:off x="4497388" y="5365750"/>
            <a:ext cx="1193800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85"/>
          <p:cNvSpPr>
            <a:spLocks noChangeShapeType="1"/>
          </p:cNvSpPr>
          <p:nvPr/>
        </p:nvSpPr>
        <p:spPr bwMode="auto">
          <a:xfrm>
            <a:off x="2976563" y="4829175"/>
            <a:ext cx="981075" cy="404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" name="Object 81"/>
          <p:cNvGraphicFramePr>
            <a:graphicFrameLocks noChangeAspect="1"/>
          </p:cNvGraphicFramePr>
          <p:nvPr/>
        </p:nvGraphicFramePr>
        <p:xfrm>
          <a:off x="4046538" y="4905375"/>
          <a:ext cx="4254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5028" imgH="228501" progId="Equation.3">
                  <p:embed/>
                </p:oleObj>
              </mc:Choice>
              <mc:Fallback>
                <p:oleObj name="Equation" r:id="rId14" imgW="165028" imgH="228501" progId="Equation.3">
                  <p:embed/>
                  <p:pic>
                    <p:nvPicPr>
                      <p:cNvPr id="31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4905375"/>
                        <a:ext cx="4254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4"/>
          <p:cNvGraphicFramePr>
            <a:graphicFrameLocks noChangeAspect="1"/>
          </p:cNvGraphicFramePr>
          <p:nvPr/>
        </p:nvGraphicFramePr>
        <p:xfrm>
          <a:off x="5921375" y="513397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9100" imgH="469900" progId="Equation.3">
                  <p:embed/>
                </p:oleObj>
              </mc:Choice>
              <mc:Fallback>
                <p:oleObj name="Equation" r:id="rId16" imgW="419100" imgH="469900" progId="Equation.3">
                  <p:embed/>
                  <p:pic>
                    <p:nvPicPr>
                      <p:cNvPr id="3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513397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86"/>
          <p:cNvGraphicFramePr>
            <a:graphicFrameLocks noChangeAspect="1"/>
          </p:cNvGraphicFramePr>
          <p:nvPr/>
        </p:nvGraphicFramePr>
        <p:xfrm>
          <a:off x="5010150" y="5035550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835" imgH="139518" progId="Equation.3">
                  <p:embed/>
                </p:oleObj>
              </mc:Choice>
              <mc:Fallback>
                <p:oleObj name="Equation" r:id="rId18" imgW="126835" imgH="139518" progId="Equation.3">
                  <p:embed/>
                  <p:pic>
                    <p:nvPicPr>
                      <p:cNvPr id="3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0" y="5035550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86"/>
          <p:cNvGraphicFramePr>
            <a:graphicFrameLocks noChangeAspect="1"/>
          </p:cNvGraphicFramePr>
          <p:nvPr/>
        </p:nvGraphicFramePr>
        <p:xfrm>
          <a:off x="3282950" y="4886325"/>
          <a:ext cx="2746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5" imgH="177415" progId="Equation.3">
                  <p:embed/>
                </p:oleObj>
              </mc:Choice>
              <mc:Fallback>
                <p:oleObj name="Equation" r:id="rId20" imgW="126725" imgH="177415" progId="Equation.3">
                  <p:embed/>
                  <p:pic>
                    <p:nvPicPr>
                      <p:cNvPr id="3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4886325"/>
                        <a:ext cx="2746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Freeform 56"/>
          <p:cNvSpPr>
            <a:spLocks/>
          </p:cNvSpPr>
          <p:nvPr/>
        </p:nvSpPr>
        <p:spPr bwMode="auto">
          <a:xfrm>
            <a:off x="2582863" y="3417888"/>
            <a:ext cx="546100" cy="10033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08300F-3021-4FF2-9AE9-13F2DEE2C2D1}" type="datetime1">
              <a:rPr lang="en-US" smtClean="0"/>
              <a:t>2/16/2023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01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 animBg="1"/>
      <p:bldP spid="9" grpId="0" animBg="1"/>
      <p:bldP spid="11" grpId="0" animBg="1"/>
      <p:bldP spid="14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NFA to DFA Conversion Example</a:t>
            </a:r>
          </a:p>
        </p:txBody>
      </p:sp>
      <p:sp>
        <p:nvSpPr>
          <p:cNvPr id="5122" name="Content Placeholder 2"/>
          <p:cNvSpPr>
            <a:spLocks noGrp="1"/>
          </p:cNvSpPr>
          <p:nvPr>
            <p:ph idx="1"/>
          </p:nvPr>
        </p:nvSpPr>
        <p:spPr>
          <a:xfrm>
            <a:off x="238125" y="773113"/>
            <a:ext cx="8667750" cy="44164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/>
              <a:t>Convert NFA to DFA that accepts language of strings ending with ab/ba over ∑ = {a, b}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FF0000"/>
                </a:solidFill>
              </a:rPr>
              <a:t>Solution</a:t>
            </a: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 NFA for given language</a:t>
            </a:r>
          </a:p>
          <a:p>
            <a:pPr marL="0" indent="0" eaLnBrk="1" hangingPunct="1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that NFA into DFA using subset construction method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5" name="Oval 70"/>
          <p:cNvSpPr>
            <a:spLocks noChangeArrowheads="1"/>
          </p:cNvSpPr>
          <p:nvPr/>
        </p:nvSpPr>
        <p:spPr bwMode="auto">
          <a:xfrm>
            <a:off x="2555875" y="433387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" name="Oval 73"/>
          <p:cNvSpPr>
            <a:spLocks noChangeArrowheads="1"/>
          </p:cNvSpPr>
          <p:nvPr/>
        </p:nvSpPr>
        <p:spPr bwMode="auto">
          <a:xfrm>
            <a:off x="5843588" y="370998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" name="Line 75"/>
          <p:cNvSpPr>
            <a:spLocks noChangeShapeType="1"/>
          </p:cNvSpPr>
          <p:nvPr/>
        </p:nvSpPr>
        <p:spPr bwMode="auto">
          <a:xfrm>
            <a:off x="1946275" y="460057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6"/>
          <p:cNvSpPr>
            <a:spLocks noChangeShapeType="1"/>
          </p:cNvSpPr>
          <p:nvPr/>
        </p:nvSpPr>
        <p:spPr bwMode="auto">
          <a:xfrm flipV="1">
            <a:off x="4497388" y="3957638"/>
            <a:ext cx="1193800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" name="Object 79"/>
          <p:cNvGraphicFramePr>
            <a:graphicFrameLocks noChangeAspect="1"/>
          </p:cNvGraphicFramePr>
          <p:nvPr/>
        </p:nvGraphicFramePr>
        <p:xfrm>
          <a:off x="2613025" y="433387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3025" y="433387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80"/>
          <p:cNvSpPr>
            <a:spLocks noChangeArrowheads="1"/>
          </p:cNvSpPr>
          <p:nvPr/>
        </p:nvSpPr>
        <p:spPr bwMode="auto">
          <a:xfrm>
            <a:off x="3962400" y="370998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2" name="Object 81"/>
          <p:cNvGraphicFramePr>
            <a:graphicFrameLocks noChangeAspect="1"/>
          </p:cNvGraphicFramePr>
          <p:nvPr/>
        </p:nvGraphicFramePr>
        <p:xfrm>
          <a:off x="4046538" y="3709988"/>
          <a:ext cx="3413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2751" imgH="469696" progId="Equation.3">
                  <p:embed/>
                </p:oleObj>
              </mc:Choice>
              <mc:Fallback>
                <p:oleObj name="Equation" r:id="rId4" imgW="342751" imgH="469696" progId="Equation.3">
                  <p:embed/>
                  <p:pic>
                    <p:nvPicPr>
                      <p:cNvPr id="1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3709988"/>
                        <a:ext cx="3413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4"/>
          <p:cNvGraphicFramePr>
            <a:graphicFrameLocks noChangeAspect="1"/>
          </p:cNvGraphicFramePr>
          <p:nvPr/>
        </p:nvGraphicFramePr>
        <p:xfrm>
          <a:off x="5875338" y="3590925"/>
          <a:ext cx="46831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5" imgH="215619" progId="Equation.3">
                  <p:embed/>
                </p:oleObj>
              </mc:Choice>
              <mc:Fallback>
                <p:oleObj name="Equation" r:id="rId6" imgW="164885" imgH="215619" progId="Equation.3">
                  <p:embed/>
                  <p:pic>
                    <p:nvPicPr>
                      <p:cNvPr id="13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5338" y="3590925"/>
                        <a:ext cx="468312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85"/>
          <p:cNvSpPr>
            <a:spLocks noChangeShapeType="1"/>
          </p:cNvSpPr>
          <p:nvPr/>
        </p:nvSpPr>
        <p:spPr bwMode="auto">
          <a:xfrm flipV="1">
            <a:off x="3101975" y="4079875"/>
            <a:ext cx="868363" cy="439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" name="Object 86"/>
          <p:cNvGraphicFramePr>
            <a:graphicFrameLocks noChangeAspect="1"/>
          </p:cNvGraphicFramePr>
          <p:nvPr/>
        </p:nvGraphicFramePr>
        <p:xfrm>
          <a:off x="3216275" y="3852863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835" imgH="139518" progId="Equation.3">
                  <p:embed/>
                </p:oleObj>
              </mc:Choice>
              <mc:Fallback>
                <p:oleObj name="Equation" r:id="rId8" imgW="126835" imgH="139518" progId="Equation.3">
                  <p:embed/>
                  <p:pic>
                    <p:nvPicPr>
                      <p:cNvPr id="15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852863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6"/>
          <p:cNvGraphicFramePr>
            <a:graphicFrameLocks noChangeAspect="1"/>
          </p:cNvGraphicFramePr>
          <p:nvPr/>
        </p:nvGraphicFramePr>
        <p:xfrm>
          <a:off x="4905375" y="3495675"/>
          <a:ext cx="2746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5" imgH="177415" progId="Equation.3">
                  <p:embed/>
                </p:oleObj>
              </mc:Choice>
              <mc:Fallback>
                <p:oleObj name="Equation" r:id="rId10" imgW="126725" imgH="177415" progId="Equation.3">
                  <p:embed/>
                  <p:pic>
                    <p:nvPicPr>
                      <p:cNvPr id="2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75" y="3495675"/>
                        <a:ext cx="2746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86"/>
          <p:cNvGraphicFramePr>
            <a:graphicFrameLocks noChangeAspect="1"/>
          </p:cNvGraphicFramePr>
          <p:nvPr/>
        </p:nvGraphicFramePr>
        <p:xfrm>
          <a:off x="2025650" y="3609975"/>
          <a:ext cx="5508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780" imgH="203024" progId="Equation.3">
                  <p:embed/>
                </p:oleObj>
              </mc:Choice>
              <mc:Fallback>
                <p:oleObj name="Equation" r:id="rId12" imgW="253780" imgH="203024" progId="Equation.3">
                  <p:embed/>
                  <p:pic>
                    <p:nvPicPr>
                      <p:cNvPr id="2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3609975"/>
                        <a:ext cx="5508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Oval 74"/>
          <p:cNvSpPr>
            <a:spLocks noChangeArrowheads="1"/>
          </p:cNvSpPr>
          <p:nvPr/>
        </p:nvSpPr>
        <p:spPr bwMode="auto">
          <a:xfrm>
            <a:off x="5691188" y="3552825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6" name="Oval 73"/>
          <p:cNvSpPr>
            <a:spLocks noChangeArrowheads="1"/>
          </p:cNvSpPr>
          <p:nvPr/>
        </p:nvSpPr>
        <p:spPr bwMode="auto">
          <a:xfrm>
            <a:off x="5843588" y="5138738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7" name="Oval 80"/>
          <p:cNvSpPr>
            <a:spLocks noChangeArrowheads="1"/>
          </p:cNvSpPr>
          <p:nvPr/>
        </p:nvSpPr>
        <p:spPr bwMode="auto">
          <a:xfrm>
            <a:off x="3960813" y="50085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8" name="Oval 74"/>
          <p:cNvSpPr>
            <a:spLocks noChangeArrowheads="1"/>
          </p:cNvSpPr>
          <p:nvPr/>
        </p:nvSpPr>
        <p:spPr bwMode="auto">
          <a:xfrm>
            <a:off x="5691188" y="4986338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9" name="Line 76"/>
          <p:cNvSpPr>
            <a:spLocks noChangeShapeType="1"/>
          </p:cNvSpPr>
          <p:nvPr/>
        </p:nvSpPr>
        <p:spPr bwMode="auto">
          <a:xfrm flipV="1">
            <a:off x="4497388" y="5365750"/>
            <a:ext cx="1193800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85"/>
          <p:cNvSpPr>
            <a:spLocks noChangeShapeType="1"/>
          </p:cNvSpPr>
          <p:nvPr/>
        </p:nvSpPr>
        <p:spPr bwMode="auto">
          <a:xfrm>
            <a:off x="2976563" y="4829175"/>
            <a:ext cx="981075" cy="404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" name="Object 81"/>
          <p:cNvGraphicFramePr>
            <a:graphicFrameLocks noChangeAspect="1"/>
          </p:cNvGraphicFramePr>
          <p:nvPr/>
        </p:nvGraphicFramePr>
        <p:xfrm>
          <a:off x="4046538" y="4905375"/>
          <a:ext cx="4254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5028" imgH="228501" progId="Equation.3">
                  <p:embed/>
                </p:oleObj>
              </mc:Choice>
              <mc:Fallback>
                <p:oleObj name="Equation" r:id="rId14" imgW="165028" imgH="228501" progId="Equation.3">
                  <p:embed/>
                  <p:pic>
                    <p:nvPicPr>
                      <p:cNvPr id="31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6538" y="4905375"/>
                        <a:ext cx="425450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4"/>
          <p:cNvGraphicFramePr>
            <a:graphicFrameLocks noChangeAspect="1"/>
          </p:cNvGraphicFramePr>
          <p:nvPr/>
        </p:nvGraphicFramePr>
        <p:xfrm>
          <a:off x="5921375" y="5133975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9100" imgH="469900" progId="Equation.3">
                  <p:embed/>
                </p:oleObj>
              </mc:Choice>
              <mc:Fallback>
                <p:oleObj name="Equation" r:id="rId16" imgW="419100" imgH="469900" progId="Equation.3">
                  <p:embed/>
                  <p:pic>
                    <p:nvPicPr>
                      <p:cNvPr id="3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5133975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86"/>
          <p:cNvGraphicFramePr>
            <a:graphicFrameLocks noChangeAspect="1"/>
          </p:cNvGraphicFramePr>
          <p:nvPr/>
        </p:nvGraphicFramePr>
        <p:xfrm>
          <a:off x="5010150" y="5035550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835" imgH="139518" progId="Equation.3">
                  <p:embed/>
                </p:oleObj>
              </mc:Choice>
              <mc:Fallback>
                <p:oleObj name="Equation" r:id="rId18" imgW="126835" imgH="139518" progId="Equation.3">
                  <p:embed/>
                  <p:pic>
                    <p:nvPicPr>
                      <p:cNvPr id="3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0" y="5035550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86"/>
          <p:cNvGraphicFramePr>
            <a:graphicFrameLocks noChangeAspect="1"/>
          </p:cNvGraphicFramePr>
          <p:nvPr/>
        </p:nvGraphicFramePr>
        <p:xfrm>
          <a:off x="3282950" y="4886325"/>
          <a:ext cx="2746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5" imgH="177415" progId="Equation.3">
                  <p:embed/>
                </p:oleObj>
              </mc:Choice>
              <mc:Fallback>
                <p:oleObj name="Equation" r:id="rId20" imgW="126725" imgH="177415" progId="Equation.3">
                  <p:embed/>
                  <p:pic>
                    <p:nvPicPr>
                      <p:cNvPr id="3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4886325"/>
                        <a:ext cx="2746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Freeform 56"/>
          <p:cNvSpPr>
            <a:spLocks/>
          </p:cNvSpPr>
          <p:nvPr/>
        </p:nvSpPr>
        <p:spPr bwMode="auto">
          <a:xfrm>
            <a:off x="2582863" y="3417888"/>
            <a:ext cx="546100" cy="10033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4C424D-B545-4BBC-8DD7-D0116F80D81E}" type="datetime1">
              <a:rPr lang="en-US" smtClean="0"/>
              <a:t>2/16/2023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9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1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1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 animBg="1"/>
      <p:bldP spid="9" grpId="0" animBg="1"/>
      <p:bldP spid="11" grpId="0" animBg="1"/>
      <p:bldP spid="14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1850"/>
          </a:xfrm>
        </p:spPr>
        <p:txBody>
          <a:bodyPr/>
          <a:lstStyle/>
          <a:p>
            <a:pPr algn="ctr"/>
            <a:r>
              <a:rPr lang="en-US" b="1"/>
              <a:t>NFA to DFA Conversion Example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34113" y="927100"/>
          <a:ext cx="2909887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NFA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{q0, q1}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{q0, q3}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{q2}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q2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q3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{q4}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6" name="Content Placeholder 3"/>
          <p:cNvGraphicFramePr>
            <a:graphicFrameLocks/>
          </p:cNvGraphicFramePr>
          <p:nvPr/>
        </p:nvGraphicFramePr>
        <p:xfrm>
          <a:off x="5305425" y="3500438"/>
          <a:ext cx="3838575" cy="1189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DFA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 q1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8612" y="831850"/>
                <a:ext cx="5286375" cy="3478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Using 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LConstruction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Method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Consider {q0} as Start State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(q0, a)={q0 q1} newly formed state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({q0 q1}, a)=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(q0, a)ᴜ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({q1, a})</a:t>
                </a:r>
              </a:p>
              <a:p>
                <a:pPr>
                  <a:defRPr/>
                </a:pPr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                            ={q0, q1} ᴜ {Ø}</a:t>
                </a:r>
              </a:p>
              <a:p>
                <a:pPr>
                  <a:defRPr/>
                </a:pPr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                            ={q0 q1}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({q0 q1}, b)=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(q0, b)ᴜ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𝜹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({q1, b})</a:t>
                </a:r>
              </a:p>
              <a:p>
                <a:pPr>
                  <a:defRPr/>
                </a:pPr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                            ={q0, q3} ᴜ {q2}</a:t>
                </a:r>
              </a:p>
              <a:p>
                <a:pPr>
                  <a:defRPr/>
                </a:pPr>
                <a:r>
                  <a:rPr lang="en-US" sz="2000" b="1" dirty="0">
                    <a:solidFill>
                      <a:srgbClr val="0070C0"/>
                    </a:solidFill>
                    <a:cs typeface="Calibri" panose="020F0502020204030204" pitchFamily="34" charset="0"/>
                  </a:rPr>
                  <a:t>                            ={q0 q2 q3}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  <a:defRPr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>
                  <a:defRPr/>
                </a:pPr>
                <a:endParaRPr lang="en-US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2" y="831850"/>
                <a:ext cx="5286375" cy="3478213"/>
              </a:xfrm>
              <a:prstGeom prst="rect">
                <a:avLst/>
              </a:prstGeom>
              <a:blipFill>
                <a:blip r:embed="rId2"/>
                <a:stretch>
                  <a:fillRect l="-1038" t="-8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AB8A5B-FEB6-41E6-BC1B-4D3B26A643DC}" type="datetime1">
              <a:rPr lang="en-US" smtClean="0"/>
              <a:t>2/16/2023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0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1850"/>
          </a:xfrm>
        </p:spPr>
        <p:txBody>
          <a:bodyPr/>
          <a:lstStyle/>
          <a:p>
            <a:pPr algn="ctr"/>
            <a:r>
              <a:rPr lang="en-US" b="1"/>
              <a:t>NFA to DFA Conversion Example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34113" y="927100"/>
          <a:ext cx="2909887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NFA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{q0, q1}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{q0, q3}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{q2}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q2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q3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{q4}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6" name="Content Placeholder 3"/>
          <p:cNvGraphicFramePr>
            <a:graphicFrameLocks/>
          </p:cNvGraphicFramePr>
          <p:nvPr/>
        </p:nvGraphicFramePr>
        <p:xfrm>
          <a:off x="5305425" y="3500438"/>
          <a:ext cx="3838575" cy="1585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4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DFA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47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 q1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47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q3}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47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q3)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 marT="45747" marB="4574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-115888" y="831850"/>
            <a:ext cx="5730876" cy="53245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</a:rPr>
              <a:t>Using Lazy Evaluation Method 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</a:rPr>
              <a:t>Consider {q0} as Start State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𝜹(q0, a)={q0 q1} newly formed state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q1}, a)= 𝜹(q0, a)ᴜ 𝜹({q1, a})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q1} ᴜ {Ø}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q1}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q1}, b)= 𝜹(q0, b)ᴜ 𝜹({q1, b})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q3} ᴜ {q2}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q2 q3}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</a:rPr>
              <a:t> {q0 q2 q3} is newly formed state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q2 q3}, a)= 𝜹(q0, a) ᴜ 𝜹({q2, a}) ᴜ 𝜹({q3, a})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q1} ᴜ {Ø} ᴜ {q4}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q1 q4}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q2 q3}, b)= 𝜹(q0, b)ᴜ 𝜹({q2, b}) ᴜ 𝜹({q3, b})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q3} ᴜ {Ø} ᴜ {Ø}  ={q0  q3}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3DD3C5-AE54-4904-B3D5-8EFA50DF1F38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4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1850"/>
          </a:xfrm>
        </p:spPr>
        <p:txBody>
          <a:bodyPr/>
          <a:lstStyle/>
          <a:p>
            <a:pPr algn="ctr"/>
            <a:r>
              <a:rPr lang="en-US" b="1"/>
              <a:t>NFA to DFA Conversion Example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34113" y="927100"/>
          <a:ext cx="2909887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NFA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{q0, q1}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{q0, q3}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{q2}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q2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q3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{q4}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6" name="Content Placeholder 3"/>
          <p:cNvGraphicFramePr>
            <a:graphicFrameLocks/>
          </p:cNvGraphicFramePr>
          <p:nvPr/>
        </p:nvGraphicFramePr>
        <p:xfrm>
          <a:off x="5305425" y="3500438"/>
          <a:ext cx="3838575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DFA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 q1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q3)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831850"/>
            <a:ext cx="5872163" cy="2862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{q0 q3} is newly formed state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q3}, a)= 𝜹(q0, a)ᴜ 𝜹({q3, a})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q1} ᴜ {q4}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q1 q4}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q3}, b)= 𝜹(q0, b)ᴜ 𝜹({q3, b})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q3} ᴜ {Ø}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q3}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14913F4-E900-47F4-AB72-4211D6207FE3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8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1850"/>
          </a:xfrm>
        </p:spPr>
        <p:txBody>
          <a:bodyPr/>
          <a:lstStyle/>
          <a:p>
            <a:pPr algn="ctr"/>
            <a:r>
              <a:rPr lang="en-US" b="1"/>
              <a:t>NFA to DFA Conversion Example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6234113" y="927100"/>
          <a:ext cx="2909887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2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NFA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{q0, q1}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{q0, q3}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q1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{q2}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q2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q3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{q4}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q4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91432" marR="91432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6" name="Content Placeholder 3"/>
          <p:cNvGraphicFramePr>
            <a:graphicFrameLocks/>
          </p:cNvGraphicFramePr>
          <p:nvPr/>
        </p:nvGraphicFramePr>
        <p:xfrm>
          <a:off x="5305425" y="3500438"/>
          <a:ext cx="3838575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DFA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 q1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q3)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q3}</a:t>
                      </a:r>
                    </a:p>
                  </a:txBody>
                  <a:tcPr marL="91456" marR="91456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831850"/>
            <a:ext cx="5872163" cy="5016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{q0 q3} is newly formed state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q3}, a)= 𝜹(q0, a)ᴜ 𝜹({q3, a})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q1} ᴜ {q4}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q1 q4}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q3}, b)= 𝜹(q0, b)ᴜ 𝜹({q3, b})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q3} ᴜ {Ø}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q3}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</a:rPr>
              <a:t> {q0 q1 q4} is newly formed state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q1 q4}, a)= 𝜹(q0, a) ᴜ 𝜹({q1, a}) ᴜ 𝜹({q4, a})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q1} ᴜ {Ø} ᴜ {Ø}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q1}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𝜹({q0 q1 q4}, b)= 𝜹(q0, b)ᴜ 𝜹({q1, b}) ᴜ 𝜹({q4, b})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={q0, q3} ᴜ {q2} ᴜ {Ø}</a:t>
            </a:r>
          </a:p>
          <a:p>
            <a:pPr>
              <a:defRPr/>
            </a:pPr>
            <a:r>
              <a:rPr lang="en-US" sz="2000" b="1" dirty="0">
                <a:solidFill>
                  <a:srgbClr val="0070C0"/>
                </a:solidFill>
                <a:cs typeface="Calibri" panose="020F0502020204030204" pitchFamily="34" charset="0"/>
              </a:rPr>
              <a:t>                            ={q0  q2 q3}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endParaRPr lang="en-US" sz="2000" b="1" dirty="0">
              <a:solidFill>
                <a:srgbClr val="0070C0"/>
              </a:solidFill>
            </a:endParaRPr>
          </a:p>
          <a:p>
            <a:pPr>
              <a:defRPr/>
            </a:pP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C16D84-3F8E-41DF-B269-8A106C1BD542}" type="datetime1">
              <a:rPr lang="en-US" smtClean="0"/>
              <a:t>2/16/2023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/>
              <a:t>NFA to DFA Conversion Example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0" y="1042988"/>
            <a:ext cx="9144000" cy="4418012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endParaRPr 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5" name="Oval 70"/>
          <p:cNvSpPr>
            <a:spLocks noChangeArrowheads="1"/>
          </p:cNvSpPr>
          <p:nvPr/>
        </p:nvSpPr>
        <p:spPr bwMode="auto">
          <a:xfrm>
            <a:off x="2570163" y="4357688"/>
            <a:ext cx="5461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" name="Oval 73"/>
          <p:cNvSpPr>
            <a:spLocks noChangeArrowheads="1"/>
          </p:cNvSpPr>
          <p:nvPr/>
        </p:nvSpPr>
        <p:spPr bwMode="auto">
          <a:xfrm>
            <a:off x="6697663" y="3490913"/>
            <a:ext cx="955675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" name="Line 75"/>
          <p:cNvSpPr>
            <a:spLocks noChangeShapeType="1"/>
          </p:cNvSpPr>
          <p:nvPr/>
        </p:nvSpPr>
        <p:spPr bwMode="auto">
          <a:xfrm>
            <a:off x="1997075" y="46243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6"/>
          <p:cNvSpPr>
            <a:spLocks noChangeShapeType="1"/>
          </p:cNvSpPr>
          <p:nvPr/>
        </p:nvSpPr>
        <p:spPr bwMode="auto">
          <a:xfrm flipV="1">
            <a:off x="5330825" y="3709988"/>
            <a:ext cx="1195388" cy="14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" name="Object 79"/>
          <p:cNvGraphicFramePr>
            <a:graphicFrameLocks noChangeAspect="1"/>
          </p:cNvGraphicFramePr>
          <p:nvPr/>
        </p:nvGraphicFramePr>
        <p:xfrm>
          <a:off x="2660650" y="4357688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100" imgH="469900" progId="Equation.3">
                  <p:embed/>
                </p:oleObj>
              </mc:Choice>
              <mc:Fallback>
                <p:oleObj name="Equation" r:id="rId2" imgW="419100" imgH="469900" progId="Equation.3">
                  <p:embed/>
                  <p:pic>
                    <p:nvPicPr>
                      <p:cNvPr id="1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4357688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80"/>
          <p:cNvSpPr>
            <a:spLocks noChangeArrowheads="1"/>
          </p:cNvSpPr>
          <p:nvPr/>
        </p:nvSpPr>
        <p:spPr bwMode="auto">
          <a:xfrm>
            <a:off x="4770438" y="3438525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12" name="Object 81"/>
          <p:cNvGraphicFramePr>
            <a:graphicFrameLocks noChangeAspect="1"/>
          </p:cNvGraphicFramePr>
          <p:nvPr/>
        </p:nvGraphicFramePr>
        <p:xfrm>
          <a:off x="4783138" y="3451225"/>
          <a:ext cx="5334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400" imgH="228600" progId="Equation.3">
                  <p:embed/>
                </p:oleObj>
              </mc:Choice>
              <mc:Fallback>
                <p:oleObj name="Equation" r:id="rId4" imgW="279400" imgH="228600" progId="Equation.3">
                  <p:embed/>
                  <p:pic>
                    <p:nvPicPr>
                      <p:cNvPr id="12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3138" y="3451225"/>
                        <a:ext cx="5334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85"/>
          <p:cNvSpPr>
            <a:spLocks noChangeShapeType="1"/>
          </p:cNvSpPr>
          <p:nvPr/>
        </p:nvSpPr>
        <p:spPr bwMode="auto">
          <a:xfrm flipV="1">
            <a:off x="3076575" y="3811588"/>
            <a:ext cx="1716088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" name="Object 86"/>
          <p:cNvGraphicFramePr>
            <a:graphicFrameLocks noChangeAspect="1"/>
          </p:cNvGraphicFramePr>
          <p:nvPr/>
        </p:nvGraphicFramePr>
        <p:xfrm>
          <a:off x="3722688" y="3808413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835" imgH="139518" progId="Equation.3">
                  <p:embed/>
                </p:oleObj>
              </mc:Choice>
              <mc:Fallback>
                <p:oleObj name="Equation" r:id="rId6" imgW="126835" imgH="139518" progId="Equation.3">
                  <p:embed/>
                  <p:pic>
                    <p:nvPicPr>
                      <p:cNvPr id="15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3808413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6"/>
          <p:cNvGraphicFramePr>
            <a:graphicFrameLocks noChangeAspect="1"/>
          </p:cNvGraphicFramePr>
          <p:nvPr/>
        </p:nvGraphicFramePr>
        <p:xfrm>
          <a:off x="5681663" y="3238500"/>
          <a:ext cx="27463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5" imgH="177415" progId="Equation.3">
                  <p:embed/>
                </p:oleObj>
              </mc:Choice>
              <mc:Fallback>
                <p:oleObj name="Equation" r:id="rId8" imgW="126725" imgH="177415" progId="Equation.3">
                  <p:embed/>
                  <p:pic>
                    <p:nvPicPr>
                      <p:cNvPr id="2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1663" y="3238500"/>
                        <a:ext cx="274637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Oval 74"/>
          <p:cNvSpPr>
            <a:spLocks noChangeArrowheads="1"/>
          </p:cNvSpPr>
          <p:nvPr/>
        </p:nvSpPr>
        <p:spPr bwMode="auto">
          <a:xfrm>
            <a:off x="6518275" y="3346450"/>
            <a:ext cx="131445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6" name="Oval 73"/>
          <p:cNvSpPr>
            <a:spLocks noChangeArrowheads="1"/>
          </p:cNvSpPr>
          <p:nvPr/>
        </p:nvSpPr>
        <p:spPr bwMode="auto">
          <a:xfrm>
            <a:off x="6654800" y="5124450"/>
            <a:ext cx="104775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7" name="Oval 80"/>
          <p:cNvSpPr>
            <a:spLocks noChangeArrowheads="1"/>
          </p:cNvSpPr>
          <p:nvPr/>
        </p:nvSpPr>
        <p:spPr bwMode="auto">
          <a:xfrm>
            <a:off x="4746625" y="5092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8" name="Oval 74"/>
          <p:cNvSpPr>
            <a:spLocks noChangeArrowheads="1"/>
          </p:cNvSpPr>
          <p:nvPr/>
        </p:nvSpPr>
        <p:spPr bwMode="auto">
          <a:xfrm>
            <a:off x="6503988" y="4972050"/>
            <a:ext cx="13081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9" name="Line 76"/>
          <p:cNvSpPr>
            <a:spLocks noChangeShapeType="1"/>
          </p:cNvSpPr>
          <p:nvPr/>
        </p:nvSpPr>
        <p:spPr bwMode="auto">
          <a:xfrm flipV="1">
            <a:off x="5294313" y="5410200"/>
            <a:ext cx="1193800" cy="12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Line 85"/>
          <p:cNvSpPr>
            <a:spLocks noChangeShapeType="1"/>
          </p:cNvSpPr>
          <p:nvPr/>
        </p:nvSpPr>
        <p:spPr bwMode="auto">
          <a:xfrm>
            <a:off x="3059113" y="4810125"/>
            <a:ext cx="1693862" cy="514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3" name="Object 86"/>
          <p:cNvGraphicFramePr>
            <a:graphicFrameLocks noChangeAspect="1"/>
          </p:cNvGraphicFramePr>
          <p:nvPr/>
        </p:nvGraphicFramePr>
        <p:xfrm>
          <a:off x="5676900" y="5386388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835" imgH="139518" progId="Equation.3">
                  <p:embed/>
                </p:oleObj>
              </mc:Choice>
              <mc:Fallback>
                <p:oleObj name="Equation" r:id="rId10" imgW="126835" imgH="139518" progId="Equation.3">
                  <p:embed/>
                  <p:pic>
                    <p:nvPicPr>
                      <p:cNvPr id="3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900" y="5386388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86"/>
          <p:cNvGraphicFramePr>
            <a:graphicFrameLocks noChangeAspect="1"/>
          </p:cNvGraphicFramePr>
          <p:nvPr/>
        </p:nvGraphicFramePr>
        <p:xfrm>
          <a:off x="3668713" y="4967288"/>
          <a:ext cx="274637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6725" imgH="177415" progId="Equation.3">
                  <p:embed/>
                </p:oleObj>
              </mc:Choice>
              <mc:Fallback>
                <p:oleObj name="Equation" r:id="rId12" imgW="126725" imgH="177415" progId="Equation.3">
                  <p:embed/>
                  <p:pic>
                    <p:nvPicPr>
                      <p:cNvPr id="3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4967288"/>
                        <a:ext cx="274637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Freeform 56"/>
          <p:cNvSpPr>
            <a:spLocks/>
          </p:cNvSpPr>
          <p:nvPr/>
        </p:nvSpPr>
        <p:spPr bwMode="auto">
          <a:xfrm>
            <a:off x="4711700" y="2535238"/>
            <a:ext cx="762000" cy="10033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7" name="Object 81"/>
          <p:cNvGraphicFramePr>
            <a:graphicFrameLocks noChangeAspect="1"/>
          </p:cNvGraphicFramePr>
          <p:nvPr/>
        </p:nvGraphicFramePr>
        <p:xfrm>
          <a:off x="4721225" y="5092700"/>
          <a:ext cx="56038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1973" imgH="228501" progId="Equation.3">
                  <p:embed/>
                </p:oleObj>
              </mc:Choice>
              <mc:Fallback>
                <p:oleObj name="Equation" r:id="rId14" imgW="291973" imgH="228501" progId="Equation.3">
                  <p:embed/>
                  <p:pic>
                    <p:nvPicPr>
                      <p:cNvPr id="37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1225" y="5092700"/>
                        <a:ext cx="560388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6"/>
          <p:cNvGraphicFramePr>
            <a:graphicFrameLocks noChangeAspect="1"/>
          </p:cNvGraphicFramePr>
          <p:nvPr/>
        </p:nvGraphicFramePr>
        <p:xfrm>
          <a:off x="5218113" y="2363788"/>
          <a:ext cx="32067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835" imgH="139518" progId="Equation.3">
                  <p:embed/>
                </p:oleObj>
              </mc:Choice>
              <mc:Fallback>
                <p:oleObj name="Equation" r:id="rId16" imgW="126835" imgH="139518" progId="Equation.3">
                  <p:embed/>
                  <p:pic>
                    <p:nvPicPr>
                      <p:cNvPr id="38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8113" y="2363788"/>
                        <a:ext cx="32067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1"/>
          <p:cNvGraphicFramePr>
            <a:graphicFrameLocks noChangeAspect="1"/>
          </p:cNvGraphicFramePr>
          <p:nvPr/>
        </p:nvGraphicFramePr>
        <p:xfrm>
          <a:off x="6765925" y="3490913"/>
          <a:ext cx="8001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19100" imgH="228600" progId="Equation.3">
                  <p:embed/>
                </p:oleObj>
              </mc:Choice>
              <mc:Fallback>
                <p:oleObj name="Equation" r:id="rId17" imgW="419100" imgH="228600" progId="Equation.3">
                  <p:embed/>
                  <p:pic>
                    <p:nvPicPr>
                      <p:cNvPr id="39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5925" y="3490913"/>
                        <a:ext cx="800100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1"/>
          <p:cNvGraphicFramePr>
            <a:graphicFrameLocks noChangeAspect="1"/>
          </p:cNvGraphicFramePr>
          <p:nvPr/>
        </p:nvGraphicFramePr>
        <p:xfrm>
          <a:off x="6788150" y="5137150"/>
          <a:ext cx="7747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06224" imgH="228501" progId="Equation.3">
                  <p:embed/>
                </p:oleObj>
              </mc:Choice>
              <mc:Fallback>
                <p:oleObj name="Equation" r:id="rId19" imgW="406224" imgH="228501" progId="Equation.3">
                  <p:embed/>
                  <p:pic>
                    <p:nvPicPr>
                      <p:cNvPr id="4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5137150"/>
                        <a:ext cx="7747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Content Placeholder 3"/>
          <p:cNvGraphicFramePr>
            <a:graphicFrameLocks/>
          </p:cNvGraphicFramePr>
          <p:nvPr/>
        </p:nvGraphicFramePr>
        <p:xfrm>
          <a:off x="309563" y="1085850"/>
          <a:ext cx="3836987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8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3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DFA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q0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 q1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q3)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q3}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 q4}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q1}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{q0 q2 q3}</a:t>
                      </a:r>
                    </a:p>
                  </a:txBody>
                  <a:tcPr marL="91418" marR="91418" marT="45732" marB="45732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Line 76"/>
          <p:cNvSpPr>
            <a:spLocks noChangeShapeType="1"/>
          </p:cNvSpPr>
          <p:nvPr/>
        </p:nvSpPr>
        <p:spPr bwMode="auto">
          <a:xfrm flipV="1">
            <a:off x="6980238" y="4195763"/>
            <a:ext cx="33337" cy="771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Line 76"/>
          <p:cNvSpPr>
            <a:spLocks noChangeShapeType="1"/>
          </p:cNvSpPr>
          <p:nvPr/>
        </p:nvSpPr>
        <p:spPr bwMode="auto">
          <a:xfrm flipH="1">
            <a:off x="7329488" y="4170363"/>
            <a:ext cx="12700" cy="862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4" name="Object 86"/>
          <p:cNvGraphicFramePr>
            <a:graphicFrameLocks noChangeAspect="1"/>
          </p:cNvGraphicFramePr>
          <p:nvPr/>
        </p:nvGraphicFramePr>
        <p:xfrm>
          <a:off x="6302375" y="4651375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6835" imgH="139518" progId="Equation.3">
                  <p:embed/>
                </p:oleObj>
              </mc:Choice>
              <mc:Fallback>
                <p:oleObj name="Equation" r:id="rId21" imgW="126835" imgH="139518" progId="Equation.3">
                  <p:embed/>
                  <p:pic>
                    <p:nvPicPr>
                      <p:cNvPr id="4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2375" y="4651375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86"/>
          <p:cNvGraphicFramePr>
            <a:graphicFrameLocks noChangeAspect="1"/>
          </p:cNvGraphicFramePr>
          <p:nvPr/>
        </p:nvGraphicFramePr>
        <p:xfrm>
          <a:off x="6775450" y="4357688"/>
          <a:ext cx="2746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6725" imgH="177415" progId="Equation.3">
                  <p:embed/>
                </p:oleObj>
              </mc:Choice>
              <mc:Fallback>
                <p:oleObj name="Equation" r:id="rId22" imgW="126725" imgH="177415" progId="Equation.3">
                  <p:embed/>
                  <p:pic>
                    <p:nvPicPr>
                      <p:cNvPr id="45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4357688"/>
                        <a:ext cx="27463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Freeform 56"/>
          <p:cNvSpPr>
            <a:spLocks/>
          </p:cNvSpPr>
          <p:nvPr/>
        </p:nvSpPr>
        <p:spPr bwMode="auto">
          <a:xfrm>
            <a:off x="4683125" y="4200525"/>
            <a:ext cx="763588" cy="10033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7" name="Object 86"/>
          <p:cNvGraphicFramePr>
            <a:graphicFrameLocks noChangeAspect="1"/>
          </p:cNvGraphicFramePr>
          <p:nvPr/>
        </p:nvGraphicFramePr>
        <p:xfrm>
          <a:off x="5378450" y="4113213"/>
          <a:ext cx="2746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26725" imgH="177415" progId="Equation.3">
                  <p:embed/>
                </p:oleObj>
              </mc:Choice>
              <mc:Fallback>
                <p:oleObj name="Equation" r:id="rId23" imgW="126725" imgH="177415" progId="Equation.3">
                  <p:embed/>
                  <p:pic>
                    <p:nvPicPr>
                      <p:cNvPr id="47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8450" y="4113213"/>
                        <a:ext cx="27463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Line 76"/>
          <p:cNvSpPr>
            <a:spLocks noChangeShapeType="1"/>
          </p:cNvSpPr>
          <p:nvPr/>
        </p:nvSpPr>
        <p:spPr bwMode="auto">
          <a:xfrm flipH="1" flipV="1">
            <a:off x="5238750" y="3841750"/>
            <a:ext cx="1352550" cy="1312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9" name="Object 86"/>
          <p:cNvGraphicFramePr>
            <a:graphicFrameLocks noChangeAspect="1"/>
          </p:cNvGraphicFramePr>
          <p:nvPr/>
        </p:nvGraphicFramePr>
        <p:xfrm>
          <a:off x="7264400" y="4360863"/>
          <a:ext cx="2762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6835" imgH="139518" progId="Equation.3">
                  <p:embed/>
                </p:oleObj>
              </mc:Choice>
              <mc:Fallback>
                <p:oleObj name="Equation" r:id="rId24" imgW="126835" imgH="139518" progId="Equation.3">
                  <p:embed/>
                  <p:pic>
                    <p:nvPicPr>
                      <p:cNvPr id="49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400" y="4360863"/>
                        <a:ext cx="2762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Line 76"/>
          <p:cNvSpPr>
            <a:spLocks noChangeShapeType="1"/>
          </p:cNvSpPr>
          <p:nvPr/>
        </p:nvSpPr>
        <p:spPr bwMode="auto">
          <a:xfrm flipH="1">
            <a:off x="5294313" y="4062413"/>
            <a:ext cx="1387475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" name="Object 86"/>
          <p:cNvGraphicFramePr>
            <a:graphicFrameLocks noChangeAspect="1"/>
          </p:cNvGraphicFramePr>
          <p:nvPr/>
        </p:nvGraphicFramePr>
        <p:xfrm>
          <a:off x="6337300" y="3830638"/>
          <a:ext cx="2746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26725" imgH="177415" progId="Equation.3">
                  <p:embed/>
                </p:oleObj>
              </mc:Choice>
              <mc:Fallback>
                <p:oleObj name="Equation" r:id="rId25" imgW="126725" imgH="177415" progId="Equation.3">
                  <p:embed/>
                  <p:pic>
                    <p:nvPicPr>
                      <p:cNvPr id="5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3830638"/>
                        <a:ext cx="27463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61D0B3-507D-44DA-B771-7FC951BF3B8C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4" grpId="0" animBg="1"/>
      <p:bldP spid="23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5" grpId="0" animBg="1"/>
      <p:bldP spid="42" grpId="0" animBg="1"/>
      <p:bldP spid="43" grpId="0" animBg="1"/>
      <p:bldP spid="46" grpId="0" animBg="1"/>
      <p:bldP spid="48" grpId="0" animBg="1"/>
      <p:bldP spid="50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Minimization of </a:t>
            </a:r>
            <a:r>
              <a:rPr lang="en-US" b="1"/>
              <a:t>DFA Example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-52388" y="492125"/>
            <a:ext cx="9144001" cy="44164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endParaRPr 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34820" name="Oval 70"/>
          <p:cNvSpPr>
            <a:spLocks noChangeArrowheads="1"/>
          </p:cNvSpPr>
          <p:nvPr/>
        </p:nvSpPr>
        <p:spPr bwMode="auto">
          <a:xfrm>
            <a:off x="2570163" y="4357688"/>
            <a:ext cx="5461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4821" name="Oval 73"/>
          <p:cNvSpPr>
            <a:spLocks noChangeArrowheads="1"/>
          </p:cNvSpPr>
          <p:nvPr/>
        </p:nvSpPr>
        <p:spPr bwMode="auto">
          <a:xfrm>
            <a:off x="5010150" y="3503613"/>
            <a:ext cx="955675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4822" name="Line 75"/>
          <p:cNvSpPr>
            <a:spLocks noChangeShapeType="1"/>
          </p:cNvSpPr>
          <p:nvPr/>
        </p:nvSpPr>
        <p:spPr bwMode="auto">
          <a:xfrm>
            <a:off x="1997075" y="462438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Line 76"/>
          <p:cNvSpPr>
            <a:spLocks noChangeShapeType="1"/>
          </p:cNvSpPr>
          <p:nvPr/>
        </p:nvSpPr>
        <p:spPr bwMode="auto">
          <a:xfrm flipV="1">
            <a:off x="5942013" y="3678238"/>
            <a:ext cx="1236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24" name="Object 79"/>
          <p:cNvGraphicFramePr>
            <a:graphicFrameLocks noChangeAspect="1"/>
          </p:cNvGraphicFramePr>
          <p:nvPr/>
        </p:nvGraphicFramePr>
        <p:xfrm>
          <a:off x="2579688" y="4357688"/>
          <a:ext cx="4699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64957" progId="Equation.3">
                  <p:embed/>
                </p:oleObj>
              </mc:Choice>
              <mc:Fallback>
                <p:oleObj name="Equation" r:id="rId2" imgW="152268" imgH="164957" progId="Equation.3">
                  <p:embed/>
                  <p:pic>
                    <p:nvPicPr>
                      <p:cNvPr id="34824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4357688"/>
                        <a:ext cx="46990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5" name="Oval 80"/>
          <p:cNvSpPr>
            <a:spLocks noChangeArrowheads="1"/>
          </p:cNvSpPr>
          <p:nvPr/>
        </p:nvSpPr>
        <p:spPr bwMode="auto">
          <a:xfrm>
            <a:off x="5032375" y="510381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graphicFrame>
        <p:nvGraphicFramePr>
          <p:cNvPr id="34826" name="Object 81"/>
          <p:cNvGraphicFramePr>
            <a:graphicFrameLocks noChangeAspect="1"/>
          </p:cNvGraphicFramePr>
          <p:nvPr/>
        </p:nvGraphicFramePr>
        <p:xfrm>
          <a:off x="5105400" y="5189538"/>
          <a:ext cx="2921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02" imgH="177569" progId="Equation.3">
                  <p:embed/>
                </p:oleObj>
              </mc:Choice>
              <mc:Fallback>
                <p:oleObj name="Equation" r:id="rId4" imgW="152202" imgH="177569" progId="Equation.3">
                  <p:embed/>
                  <p:pic>
                    <p:nvPicPr>
                      <p:cNvPr id="34826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189538"/>
                        <a:ext cx="2921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7" name="Line 85"/>
          <p:cNvSpPr>
            <a:spLocks noChangeShapeType="1"/>
          </p:cNvSpPr>
          <p:nvPr/>
        </p:nvSpPr>
        <p:spPr bwMode="auto">
          <a:xfrm flipV="1">
            <a:off x="3076575" y="3767138"/>
            <a:ext cx="1944688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28" name="Object 86"/>
          <p:cNvGraphicFramePr>
            <a:graphicFrameLocks noChangeAspect="1"/>
          </p:cNvGraphicFramePr>
          <p:nvPr/>
        </p:nvGraphicFramePr>
        <p:xfrm>
          <a:off x="3722688" y="3756025"/>
          <a:ext cx="2762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5" imgH="177415" progId="Equation.3">
                  <p:embed/>
                </p:oleObj>
              </mc:Choice>
              <mc:Fallback>
                <p:oleObj name="Equation" r:id="rId6" imgW="126725" imgH="177415" progId="Equation.3">
                  <p:embed/>
                  <p:pic>
                    <p:nvPicPr>
                      <p:cNvPr id="34828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2688" y="3756025"/>
                        <a:ext cx="2762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9" name="Object 86"/>
          <p:cNvGraphicFramePr>
            <a:graphicFrameLocks noChangeAspect="1"/>
          </p:cNvGraphicFramePr>
          <p:nvPr/>
        </p:nvGraphicFramePr>
        <p:xfrm>
          <a:off x="6542088" y="3201988"/>
          <a:ext cx="192087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8707" imgH="164742" progId="Equation.3">
                  <p:embed/>
                </p:oleObj>
              </mc:Choice>
              <mc:Fallback>
                <p:oleObj name="Equation" r:id="rId8" imgW="88707" imgH="164742" progId="Equation.3">
                  <p:embed/>
                  <p:pic>
                    <p:nvPicPr>
                      <p:cNvPr id="34829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088" y="3201988"/>
                        <a:ext cx="192087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0" name="Oval 73"/>
          <p:cNvSpPr>
            <a:spLocks noChangeArrowheads="1"/>
          </p:cNvSpPr>
          <p:nvPr/>
        </p:nvSpPr>
        <p:spPr bwMode="auto">
          <a:xfrm>
            <a:off x="7069138" y="5110163"/>
            <a:ext cx="104775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4831" name="Oval 80"/>
          <p:cNvSpPr>
            <a:spLocks noChangeArrowheads="1"/>
          </p:cNvSpPr>
          <p:nvPr/>
        </p:nvSpPr>
        <p:spPr bwMode="auto">
          <a:xfrm>
            <a:off x="7178675" y="3379788"/>
            <a:ext cx="985838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4832" name="Oval 74"/>
          <p:cNvSpPr>
            <a:spLocks noChangeArrowheads="1"/>
          </p:cNvSpPr>
          <p:nvPr/>
        </p:nvSpPr>
        <p:spPr bwMode="auto">
          <a:xfrm>
            <a:off x="6938963" y="4957763"/>
            <a:ext cx="13081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4833" name="Line 85"/>
          <p:cNvSpPr>
            <a:spLocks noChangeShapeType="1"/>
          </p:cNvSpPr>
          <p:nvPr/>
        </p:nvSpPr>
        <p:spPr bwMode="auto">
          <a:xfrm>
            <a:off x="3059113" y="4810125"/>
            <a:ext cx="1973262" cy="511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34" name="Object 86"/>
          <p:cNvGraphicFramePr>
            <a:graphicFrameLocks noChangeAspect="1"/>
          </p:cNvGraphicFramePr>
          <p:nvPr/>
        </p:nvGraphicFramePr>
        <p:xfrm>
          <a:off x="3998913" y="4692650"/>
          <a:ext cx="1920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707" imgH="164742" progId="Equation.3">
                  <p:embed/>
                </p:oleObj>
              </mc:Choice>
              <mc:Fallback>
                <p:oleObj name="Equation" r:id="rId10" imgW="88707" imgH="164742" progId="Equation.3">
                  <p:embed/>
                  <p:pic>
                    <p:nvPicPr>
                      <p:cNvPr id="3483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4692650"/>
                        <a:ext cx="1920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5" name="Freeform 56"/>
          <p:cNvSpPr>
            <a:spLocks/>
          </p:cNvSpPr>
          <p:nvPr/>
        </p:nvSpPr>
        <p:spPr bwMode="auto">
          <a:xfrm>
            <a:off x="5081588" y="2660650"/>
            <a:ext cx="800100" cy="9144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4836" name="Object 81"/>
          <p:cNvGraphicFramePr>
            <a:graphicFrameLocks noChangeAspect="1"/>
          </p:cNvGraphicFramePr>
          <p:nvPr/>
        </p:nvGraphicFramePr>
        <p:xfrm>
          <a:off x="7537450" y="3430588"/>
          <a:ext cx="317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4885" imgH="164885" progId="Equation.3">
                  <p:embed/>
                </p:oleObj>
              </mc:Choice>
              <mc:Fallback>
                <p:oleObj name="Equation" r:id="rId12" imgW="164885" imgH="164885" progId="Equation.3">
                  <p:embed/>
                  <p:pic>
                    <p:nvPicPr>
                      <p:cNvPr id="34836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7450" y="3430588"/>
                        <a:ext cx="317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7" name="Object 86"/>
          <p:cNvGraphicFramePr>
            <a:graphicFrameLocks noChangeAspect="1"/>
          </p:cNvGraphicFramePr>
          <p:nvPr/>
        </p:nvGraphicFramePr>
        <p:xfrm>
          <a:off x="5561013" y="2273300"/>
          <a:ext cx="3206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5" imgH="177415" progId="Equation.3">
                  <p:embed/>
                </p:oleObj>
              </mc:Choice>
              <mc:Fallback>
                <p:oleObj name="Equation" r:id="rId14" imgW="126725" imgH="177415" progId="Equation.3">
                  <p:embed/>
                  <p:pic>
                    <p:nvPicPr>
                      <p:cNvPr id="34837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1013" y="2273300"/>
                        <a:ext cx="3206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8" name="Object 81"/>
          <p:cNvGraphicFramePr>
            <a:graphicFrameLocks noChangeAspect="1"/>
          </p:cNvGraphicFramePr>
          <p:nvPr/>
        </p:nvGraphicFramePr>
        <p:xfrm>
          <a:off x="5330825" y="3567113"/>
          <a:ext cx="2905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68" imgH="164957" progId="Equation.3">
                  <p:embed/>
                </p:oleObj>
              </mc:Choice>
              <mc:Fallback>
                <p:oleObj name="Equation" r:id="rId16" imgW="152268" imgH="164957" progId="Equation.3">
                  <p:embed/>
                  <p:pic>
                    <p:nvPicPr>
                      <p:cNvPr id="34838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3567113"/>
                        <a:ext cx="29051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39" name="Object 81"/>
          <p:cNvGraphicFramePr>
            <a:graphicFrameLocks noChangeAspect="1"/>
          </p:cNvGraphicFramePr>
          <p:nvPr/>
        </p:nvGraphicFramePr>
        <p:xfrm>
          <a:off x="7407275" y="5224463"/>
          <a:ext cx="2905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52268" imgH="164957" progId="Equation.3">
                  <p:embed/>
                </p:oleObj>
              </mc:Choice>
              <mc:Fallback>
                <p:oleObj name="Equation" r:id="rId18" imgW="152268" imgH="164957" progId="Equation.3">
                  <p:embed/>
                  <p:pic>
                    <p:nvPicPr>
                      <p:cNvPr id="34839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275" y="5224463"/>
                        <a:ext cx="29051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40" name="Line 76"/>
          <p:cNvSpPr>
            <a:spLocks noChangeShapeType="1"/>
          </p:cNvSpPr>
          <p:nvPr/>
        </p:nvSpPr>
        <p:spPr bwMode="auto">
          <a:xfrm flipH="1">
            <a:off x="5565775" y="5311775"/>
            <a:ext cx="1373188" cy="9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1" name="Line 76"/>
          <p:cNvSpPr>
            <a:spLocks noChangeShapeType="1"/>
          </p:cNvSpPr>
          <p:nvPr/>
        </p:nvSpPr>
        <p:spPr bwMode="auto">
          <a:xfrm flipH="1">
            <a:off x="7616825" y="3963988"/>
            <a:ext cx="25400" cy="981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42" name="Object 86"/>
          <p:cNvGraphicFramePr>
            <a:graphicFrameLocks noChangeAspect="1"/>
          </p:cNvGraphicFramePr>
          <p:nvPr/>
        </p:nvGraphicFramePr>
        <p:xfrm>
          <a:off x="6218238" y="4875213"/>
          <a:ext cx="1936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88560" imgH="164880" progId="Equation.3">
                  <p:embed/>
                </p:oleObj>
              </mc:Choice>
              <mc:Fallback>
                <p:oleObj name="Equation" r:id="rId20" imgW="88560" imgH="164880" progId="Equation.3">
                  <p:embed/>
                  <p:pic>
                    <p:nvPicPr>
                      <p:cNvPr id="34842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4875213"/>
                        <a:ext cx="1936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3" name="Object 86"/>
          <p:cNvGraphicFramePr>
            <a:graphicFrameLocks noChangeAspect="1"/>
          </p:cNvGraphicFramePr>
          <p:nvPr/>
        </p:nvGraphicFramePr>
        <p:xfrm>
          <a:off x="5092700" y="4462463"/>
          <a:ext cx="1936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8707" imgH="164742" progId="Equation.3">
                  <p:embed/>
                </p:oleObj>
              </mc:Choice>
              <mc:Fallback>
                <p:oleObj name="Equation" r:id="rId22" imgW="88707" imgH="164742" progId="Equation.3">
                  <p:embed/>
                  <p:pic>
                    <p:nvPicPr>
                      <p:cNvPr id="34843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4462463"/>
                        <a:ext cx="1936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44" name="Object 86"/>
          <p:cNvGraphicFramePr>
            <a:graphicFrameLocks noChangeAspect="1"/>
          </p:cNvGraphicFramePr>
          <p:nvPr/>
        </p:nvGraphicFramePr>
        <p:xfrm>
          <a:off x="6596063" y="2498725"/>
          <a:ext cx="274637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6725" imgH="177415" progId="Equation.3">
                  <p:embed/>
                </p:oleObj>
              </mc:Choice>
              <mc:Fallback>
                <p:oleObj name="Equation" r:id="rId24" imgW="126725" imgH="177415" progId="Equation.3">
                  <p:embed/>
                  <p:pic>
                    <p:nvPicPr>
                      <p:cNvPr id="3484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063" y="2498725"/>
                        <a:ext cx="274637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Content Placeholder 3"/>
          <p:cNvGraphicFramePr>
            <a:graphicFrameLocks/>
          </p:cNvGraphicFramePr>
          <p:nvPr/>
        </p:nvGraphicFramePr>
        <p:xfrm>
          <a:off x="0" y="1360488"/>
          <a:ext cx="3049589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DFA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E*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875" name="Freeform 56"/>
          <p:cNvSpPr>
            <a:spLocks/>
          </p:cNvSpPr>
          <p:nvPr/>
        </p:nvSpPr>
        <p:spPr bwMode="auto">
          <a:xfrm>
            <a:off x="4878388" y="4278313"/>
            <a:ext cx="944562" cy="10033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4876" name="Object 86"/>
          <p:cNvGraphicFramePr>
            <a:graphicFrameLocks noChangeAspect="1"/>
          </p:cNvGraphicFramePr>
          <p:nvPr/>
        </p:nvGraphicFramePr>
        <p:xfrm>
          <a:off x="8105775" y="4284663"/>
          <a:ext cx="225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88707" imgH="164742" progId="Equation.3">
                  <p:embed/>
                </p:oleObj>
              </mc:Choice>
              <mc:Fallback>
                <p:oleObj name="Equation" r:id="rId26" imgW="88707" imgH="164742" progId="Equation.3">
                  <p:embed/>
                  <p:pic>
                    <p:nvPicPr>
                      <p:cNvPr id="3487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5775" y="4284663"/>
                        <a:ext cx="225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77" name="Object 86"/>
          <p:cNvGraphicFramePr>
            <a:graphicFrameLocks noChangeAspect="1"/>
          </p:cNvGraphicFramePr>
          <p:nvPr/>
        </p:nvGraphicFramePr>
        <p:xfrm>
          <a:off x="6872288" y="4378325"/>
          <a:ext cx="3206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26725" imgH="177415" progId="Equation.3">
                  <p:embed/>
                </p:oleObj>
              </mc:Choice>
              <mc:Fallback>
                <p:oleObj name="Equation" r:id="rId28" imgW="126725" imgH="177415" progId="Equation.3">
                  <p:embed/>
                  <p:pic>
                    <p:nvPicPr>
                      <p:cNvPr id="34877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8" y="4378325"/>
                        <a:ext cx="3206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78" name="Line 75"/>
          <p:cNvSpPr>
            <a:spLocks noChangeShapeType="1"/>
          </p:cNvSpPr>
          <p:nvPr/>
        </p:nvSpPr>
        <p:spPr bwMode="auto">
          <a:xfrm>
            <a:off x="0" y="1943100"/>
            <a:ext cx="441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79" name="Line 85"/>
          <p:cNvSpPr>
            <a:spLocks noChangeShapeType="1"/>
          </p:cNvSpPr>
          <p:nvPr/>
        </p:nvSpPr>
        <p:spPr bwMode="auto">
          <a:xfrm flipH="1" flipV="1">
            <a:off x="5754688" y="3959225"/>
            <a:ext cx="1438275" cy="10588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80" name="Line 76"/>
          <p:cNvSpPr>
            <a:spLocks noChangeShapeType="1"/>
          </p:cNvSpPr>
          <p:nvPr/>
        </p:nvSpPr>
        <p:spPr bwMode="auto">
          <a:xfrm flipV="1">
            <a:off x="5387975" y="4030663"/>
            <a:ext cx="2540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4881" name="Object 86"/>
          <p:cNvGraphicFramePr>
            <a:graphicFrameLocks noChangeAspect="1"/>
          </p:cNvGraphicFramePr>
          <p:nvPr/>
        </p:nvGraphicFramePr>
        <p:xfrm>
          <a:off x="5440363" y="4119563"/>
          <a:ext cx="3206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26725" imgH="177415" progId="Equation.3">
                  <p:embed/>
                </p:oleObj>
              </mc:Choice>
              <mc:Fallback>
                <p:oleObj name="Equation" r:id="rId30" imgW="126725" imgH="177415" progId="Equation.3">
                  <p:embed/>
                  <p:pic>
                    <p:nvPicPr>
                      <p:cNvPr id="3488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363" y="4119563"/>
                        <a:ext cx="3206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Freeform 12"/>
          <p:cNvSpPr>
            <a:spLocks/>
          </p:cNvSpPr>
          <p:nvPr/>
        </p:nvSpPr>
        <p:spPr bwMode="auto">
          <a:xfrm>
            <a:off x="5758288" y="2256748"/>
            <a:ext cx="1986478" cy="2056385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scene3d>
            <a:camera prst="orthographicFront">
              <a:rot lat="4200000" lon="10799981" rev="10799982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4883" name="Content Placeholder 2"/>
          <p:cNvSpPr txBox="1">
            <a:spLocks/>
          </p:cNvSpPr>
          <p:nvPr/>
        </p:nvSpPr>
        <p:spPr bwMode="auto">
          <a:xfrm>
            <a:off x="0" y="811213"/>
            <a:ext cx="869315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sz="2400" b="1">
                <a:cs typeface="Times New Roman" panose="02020603050405020304" pitchFamily="18" charset="0"/>
              </a:rPr>
              <a:t>Minimize the following DFA</a:t>
            </a:r>
            <a:endParaRPr 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1" hangingPunct="1"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521D021-2C02-4ED7-8226-CF2C3568064C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5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8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78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Minimization of </a:t>
            </a:r>
            <a:r>
              <a:rPr lang="en-US" b="1"/>
              <a:t>DFA Example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0" y="811213"/>
            <a:ext cx="9024938" cy="4416425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endParaRPr 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graphicFrame>
        <p:nvGraphicFramePr>
          <p:cNvPr id="53" name="Content Placeholder 3"/>
          <p:cNvGraphicFramePr>
            <a:graphicFrameLocks/>
          </p:cNvGraphicFramePr>
          <p:nvPr/>
        </p:nvGraphicFramePr>
        <p:xfrm>
          <a:off x="6094413" y="1254125"/>
          <a:ext cx="3049586" cy="2378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8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DFA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E*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17" marB="45717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874" name="Line 75"/>
          <p:cNvSpPr>
            <a:spLocks noChangeShapeType="1"/>
          </p:cNvSpPr>
          <p:nvPr/>
        </p:nvSpPr>
        <p:spPr bwMode="auto">
          <a:xfrm>
            <a:off x="6096000" y="1797050"/>
            <a:ext cx="441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Content Placeholder 2"/>
          <p:cNvSpPr txBox="1">
            <a:spLocks/>
          </p:cNvSpPr>
          <p:nvPr/>
        </p:nvSpPr>
        <p:spPr bwMode="auto">
          <a:xfrm>
            <a:off x="-41275" y="695325"/>
            <a:ext cx="6135688" cy="3986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cs typeface="Times New Roman" panose="02020603050405020304" pitchFamily="18" charset="0"/>
              </a:rPr>
              <a:t>Minimize the following DFA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State Equivalence Method</a:t>
            </a: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0’Equivalence as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{A, B, C, D}    {E}</a:t>
            </a: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1’Equivalence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{A, B, C} {D} {E}</a:t>
            </a: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2’Equivalence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{A, C} {B} {D} {E}</a:t>
            </a: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3’Equivalence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{A, C} {B} {D} {E}   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609B913-E52B-4500-B6C4-0B8DBEC95894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9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5325"/>
          </a:xfrm>
        </p:spPr>
        <p:txBody>
          <a:bodyPr/>
          <a:lstStyle/>
          <a:p>
            <a:pPr algn="ctr"/>
            <a:r>
              <a:rPr lang="en-US" b="1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Minimization of </a:t>
            </a:r>
            <a:r>
              <a:rPr lang="en-US" b="1"/>
              <a:t>DFA Example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>
          <a:xfrm>
            <a:off x="0" y="695325"/>
            <a:ext cx="4676775" cy="456565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endParaRPr lang="en-US" sz="24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5" name="Oval 70"/>
          <p:cNvSpPr>
            <a:spLocks noChangeArrowheads="1"/>
          </p:cNvSpPr>
          <p:nvPr/>
        </p:nvSpPr>
        <p:spPr bwMode="auto">
          <a:xfrm>
            <a:off x="5040313" y="5170488"/>
            <a:ext cx="871537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" name="Oval 73"/>
          <p:cNvSpPr>
            <a:spLocks noChangeArrowheads="1"/>
          </p:cNvSpPr>
          <p:nvPr/>
        </p:nvSpPr>
        <p:spPr bwMode="auto">
          <a:xfrm>
            <a:off x="5275263" y="3525838"/>
            <a:ext cx="750887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8" name="Line 75"/>
          <p:cNvSpPr>
            <a:spLocks noChangeShapeType="1"/>
          </p:cNvSpPr>
          <p:nvPr/>
        </p:nvSpPr>
        <p:spPr bwMode="auto">
          <a:xfrm>
            <a:off x="4445000" y="540702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76"/>
          <p:cNvSpPr>
            <a:spLocks noChangeShapeType="1"/>
          </p:cNvSpPr>
          <p:nvPr/>
        </p:nvSpPr>
        <p:spPr bwMode="auto">
          <a:xfrm>
            <a:off x="6022975" y="3832225"/>
            <a:ext cx="1835150" cy="15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" name="Object 79"/>
          <p:cNvGraphicFramePr>
            <a:graphicFrameLocks noChangeAspect="1"/>
          </p:cNvGraphicFramePr>
          <p:nvPr/>
        </p:nvGraphicFramePr>
        <p:xfrm>
          <a:off x="5151438" y="5208588"/>
          <a:ext cx="6286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36" imgH="203024" progId="Equation.3">
                  <p:embed/>
                </p:oleObj>
              </mc:Choice>
              <mc:Fallback>
                <p:oleObj name="Equation" r:id="rId2" imgW="304536" imgH="203024" progId="Equation.3">
                  <p:embed/>
                  <p:pic>
                    <p:nvPicPr>
                      <p:cNvPr id="1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1438" y="5208588"/>
                        <a:ext cx="6286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85"/>
          <p:cNvSpPr>
            <a:spLocks noChangeShapeType="1"/>
          </p:cNvSpPr>
          <p:nvPr/>
        </p:nvSpPr>
        <p:spPr bwMode="auto">
          <a:xfrm flipV="1">
            <a:off x="5568950" y="3998913"/>
            <a:ext cx="0" cy="1177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" name="Object 86"/>
          <p:cNvGraphicFramePr>
            <a:graphicFrameLocks noChangeAspect="1"/>
          </p:cNvGraphicFramePr>
          <p:nvPr/>
        </p:nvGraphicFramePr>
        <p:xfrm>
          <a:off x="5565775" y="4057650"/>
          <a:ext cx="27622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725" imgH="177415" progId="Equation.3">
                  <p:embed/>
                </p:oleObj>
              </mc:Choice>
              <mc:Fallback>
                <p:oleObj name="Equation" r:id="rId4" imgW="126725" imgH="177415" progId="Equation.3">
                  <p:embed/>
                  <p:pic>
                    <p:nvPicPr>
                      <p:cNvPr id="15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775" y="4057650"/>
                        <a:ext cx="27622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6"/>
          <p:cNvGraphicFramePr>
            <a:graphicFrameLocks noChangeAspect="1"/>
          </p:cNvGraphicFramePr>
          <p:nvPr/>
        </p:nvGraphicFramePr>
        <p:xfrm>
          <a:off x="6645275" y="3319463"/>
          <a:ext cx="19208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8707" imgH="164742" progId="Equation.3">
                  <p:embed/>
                </p:oleObj>
              </mc:Choice>
              <mc:Fallback>
                <p:oleObj name="Equation" r:id="rId6" imgW="88707" imgH="164742" progId="Equation.3">
                  <p:embed/>
                  <p:pic>
                    <p:nvPicPr>
                      <p:cNvPr id="2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275" y="3319463"/>
                        <a:ext cx="19208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Oval 73"/>
          <p:cNvSpPr>
            <a:spLocks noChangeArrowheads="1"/>
          </p:cNvSpPr>
          <p:nvPr/>
        </p:nvSpPr>
        <p:spPr bwMode="auto">
          <a:xfrm>
            <a:off x="7858125" y="5319713"/>
            <a:ext cx="563563" cy="393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7" name="Oval 80"/>
          <p:cNvSpPr>
            <a:spLocks noChangeArrowheads="1"/>
          </p:cNvSpPr>
          <p:nvPr/>
        </p:nvSpPr>
        <p:spPr bwMode="auto">
          <a:xfrm>
            <a:off x="7858125" y="3548063"/>
            <a:ext cx="660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28" name="Oval 74"/>
          <p:cNvSpPr>
            <a:spLocks noChangeArrowheads="1"/>
          </p:cNvSpPr>
          <p:nvPr/>
        </p:nvSpPr>
        <p:spPr bwMode="auto">
          <a:xfrm>
            <a:off x="7773988" y="5235575"/>
            <a:ext cx="744537" cy="5365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sz="3200">
              <a:solidFill>
                <a:srgbClr val="ED7D3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35" name="Freeform 56"/>
          <p:cNvSpPr>
            <a:spLocks/>
          </p:cNvSpPr>
          <p:nvPr/>
        </p:nvSpPr>
        <p:spPr bwMode="auto">
          <a:xfrm>
            <a:off x="5170488" y="2709863"/>
            <a:ext cx="800100" cy="9144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7" name="Object 81"/>
          <p:cNvGraphicFramePr>
            <a:graphicFrameLocks noChangeAspect="1"/>
          </p:cNvGraphicFramePr>
          <p:nvPr/>
        </p:nvGraphicFramePr>
        <p:xfrm>
          <a:off x="8067675" y="3648075"/>
          <a:ext cx="3175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5" imgH="164885" progId="Equation.3">
                  <p:embed/>
                </p:oleObj>
              </mc:Choice>
              <mc:Fallback>
                <p:oleObj name="Equation" r:id="rId8" imgW="164885" imgH="164885" progId="Equation.3">
                  <p:embed/>
                  <p:pic>
                    <p:nvPicPr>
                      <p:cNvPr id="37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7675" y="3648075"/>
                        <a:ext cx="3175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6"/>
          <p:cNvGraphicFramePr>
            <a:graphicFrameLocks noChangeAspect="1"/>
          </p:cNvGraphicFramePr>
          <p:nvPr/>
        </p:nvGraphicFramePr>
        <p:xfrm>
          <a:off x="5405438" y="2917825"/>
          <a:ext cx="3206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725" imgH="177415" progId="Equation.3">
                  <p:embed/>
                </p:oleObj>
              </mc:Choice>
              <mc:Fallback>
                <p:oleObj name="Equation" r:id="rId10" imgW="126725" imgH="177415" progId="Equation.3">
                  <p:embed/>
                  <p:pic>
                    <p:nvPicPr>
                      <p:cNvPr id="38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438" y="2917825"/>
                        <a:ext cx="3206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1"/>
          <p:cNvGraphicFramePr>
            <a:graphicFrameLocks noChangeAspect="1"/>
          </p:cNvGraphicFramePr>
          <p:nvPr/>
        </p:nvGraphicFramePr>
        <p:xfrm>
          <a:off x="5470525" y="3633788"/>
          <a:ext cx="2905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68" imgH="164957" progId="Equation.3">
                  <p:embed/>
                </p:oleObj>
              </mc:Choice>
              <mc:Fallback>
                <p:oleObj name="Equation" r:id="rId12" imgW="152268" imgH="164957" progId="Equation.3">
                  <p:embed/>
                  <p:pic>
                    <p:nvPicPr>
                      <p:cNvPr id="39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0525" y="3633788"/>
                        <a:ext cx="29051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1"/>
          <p:cNvGraphicFramePr>
            <a:graphicFrameLocks noChangeAspect="1"/>
          </p:cNvGraphicFramePr>
          <p:nvPr/>
        </p:nvGraphicFramePr>
        <p:xfrm>
          <a:off x="7985125" y="5335588"/>
          <a:ext cx="29051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68" imgH="164957" progId="Equation.3">
                  <p:embed/>
                </p:oleObj>
              </mc:Choice>
              <mc:Fallback>
                <p:oleObj name="Equation" r:id="rId14" imgW="152268" imgH="164957" progId="Equation.3">
                  <p:embed/>
                  <p:pic>
                    <p:nvPicPr>
                      <p:cNvPr id="4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25" y="5335588"/>
                        <a:ext cx="29051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Line 76"/>
          <p:cNvSpPr>
            <a:spLocks noChangeShapeType="1"/>
          </p:cNvSpPr>
          <p:nvPr/>
        </p:nvSpPr>
        <p:spPr bwMode="auto">
          <a:xfrm flipH="1">
            <a:off x="8232775" y="4040188"/>
            <a:ext cx="4763" cy="1220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" name="Object 86"/>
          <p:cNvGraphicFramePr>
            <a:graphicFrameLocks noChangeAspect="1"/>
          </p:cNvGraphicFramePr>
          <p:nvPr/>
        </p:nvGraphicFramePr>
        <p:xfrm>
          <a:off x="6965950" y="2871788"/>
          <a:ext cx="2746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5" imgH="177415" progId="Equation.3">
                  <p:embed/>
                </p:oleObj>
              </mc:Choice>
              <mc:Fallback>
                <p:oleObj name="Equation" r:id="rId16" imgW="126725" imgH="177415" progId="Equation.3">
                  <p:embed/>
                  <p:pic>
                    <p:nvPicPr>
                      <p:cNvPr id="5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950" y="2871788"/>
                        <a:ext cx="27463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86"/>
          <p:cNvGraphicFramePr>
            <a:graphicFrameLocks noChangeAspect="1"/>
          </p:cNvGraphicFramePr>
          <p:nvPr/>
        </p:nvGraphicFramePr>
        <p:xfrm>
          <a:off x="8350250" y="4303713"/>
          <a:ext cx="2254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88707" imgH="164742" progId="Equation.3">
                  <p:embed/>
                </p:oleObj>
              </mc:Choice>
              <mc:Fallback>
                <p:oleObj name="Equation" r:id="rId18" imgW="88707" imgH="164742" progId="Equation.3">
                  <p:embed/>
                  <p:pic>
                    <p:nvPicPr>
                      <p:cNvPr id="56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250" y="4303713"/>
                        <a:ext cx="2254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86"/>
          <p:cNvGraphicFramePr>
            <a:graphicFrameLocks noChangeAspect="1"/>
          </p:cNvGraphicFramePr>
          <p:nvPr/>
        </p:nvGraphicFramePr>
        <p:xfrm>
          <a:off x="7548563" y="4629150"/>
          <a:ext cx="3206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5" imgH="177415" progId="Equation.3">
                  <p:embed/>
                </p:oleObj>
              </mc:Choice>
              <mc:Fallback>
                <p:oleObj name="Equation" r:id="rId20" imgW="126725" imgH="177415" progId="Equation.3">
                  <p:embed/>
                  <p:pic>
                    <p:nvPicPr>
                      <p:cNvPr id="58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8563" y="4629150"/>
                        <a:ext cx="3206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Line 85"/>
          <p:cNvSpPr>
            <a:spLocks noChangeShapeType="1"/>
          </p:cNvSpPr>
          <p:nvPr/>
        </p:nvSpPr>
        <p:spPr bwMode="auto">
          <a:xfrm flipH="1" flipV="1">
            <a:off x="5905500" y="3962400"/>
            <a:ext cx="2028825" cy="1298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Freeform 12"/>
          <p:cNvSpPr>
            <a:spLocks/>
          </p:cNvSpPr>
          <p:nvPr/>
        </p:nvSpPr>
        <p:spPr bwMode="auto">
          <a:xfrm>
            <a:off x="5946693" y="2381081"/>
            <a:ext cx="1972502" cy="2056385"/>
          </a:xfrm>
          <a:custGeom>
            <a:avLst/>
            <a:gdLst>
              <a:gd name="T0" fmla="*/ 2147483646 w 2832"/>
              <a:gd name="T1" fmla="*/ 0 h 432"/>
              <a:gd name="T2" fmla="*/ 2147483646 w 2832"/>
              <a:gd name="T3" fmla="*/ 2147483646 h 432"/>
              <a:gd name="T4" fmla="*/ 0 w 2832"/>
              <a:gd name="T5" fmla="*/ 0 h 4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832" h="432">
                <a:moveTo>
                  <a:pt x="2832" y="0"/>
                </a:moveTo>
                <a:cubicBezTo>
                  <a:pt x="2420" y="216"/>
                  <a:pt x="2008" y="432"/>
                  <a:pt x="1536" y="432"/>
                </a:cubicBezTo>
                <a:cubicBezTo>
                  <a:pt x="1064" y="432"/>
                  <a:pt x="532" y="216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scene3d>
            <a:camera prst="orthographicFront">
              <a:rot lat="4200000" lon="10799981" rev="10799982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4" name="Line 85"/>
          <p:cNvSpPr>
            <a:spLocks noChangeShapeType="1"/>
          </p:cNvSpPr>
          <p:nvPr/>
        </p:nvSpPr>
        <p:spPr bwMode="auto">
          <a:xfrm flipH="1" flipV="1">
            <a:off x="5903913" y="5467350"/>
            <a:ext cx="1839912" cy="14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" name="Object 86"/>
          <p:cNvGraphicFramePr>
            <a:graphicFrameLocks noChangeAspect="1"/>
          </p:cNvGraphicFramePr>
          <p:nvPr/>
        </p:nvGraphicFramePr>
        <p:xfrm>
          <a:off x="6562725" y="5016500"/>
          <a:ext cx="1920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8707" imgH="164742" progId="Equation.3">
                  <p:embed/>
                </p:oleObj>
              </mc:Choice>
              <mc:Fallback>
                <p:oleObj name="Equation" r:id="rId22" imgW="88707" imgH="164742" progId="Equation.3">
                  <p:embed/>
                  <p:pic>
                    <p:nvPicPr>
                      <p:cNvPr id="57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25" y="5016500"/>
                        <a:ext cx="19208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Freeform 56"/>
          <p:cNvSpPr>
            <a:spLocks/>
          </p:cNvSpPr>
          <p:nvPr/>
        </p:nvSpPr>
        <p:spPr bwMode="auto">
          <a:xfrm>
            <a:off x="4900613" y="4305300"/>
            <a:ext cx="800100" cy="914400"/>
          </a:xfrm>
          <a:custGeom>
            <a:avLst/>
            <a:gdLst>
              <a:gd name="T0" fmla="*/ 2147483646 w 672"/>
              <a:gd name="T1" fmla="*/ 2147483646 h 632"/>
              <a:gd name="T2" fmla="*/ 2147483646 w 672"/>
              <a:gd name="T3" fmla="*/ 2147483646 h 632"/>
              <a:gd name="T4" fmla="*/ 2147483646 w 672"/>
              <a:gd name="T5" fmla="*/ 2147483646 h 632"/>
              <a:gd name="T6" fmla="*/ 2147483646 w 672"/>
              <a:gd name="T7" fmla="*/ 2147483646 h 632"/>
              <a:gd name="T8" fmla="*/ 2147483646 w 672"/>
              <a:gd name="T9" fmla="*/ 2147483646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0" name="Object 86"/>
          <p:cNvGraphicFramePr>
            <a:graphicFrameLocks noChangeAspect="1"/>
          </p:cNvGraphicFramePr>
          <p:nvPr/>
        </p:nvGraphicFramePr>
        <p:xfrm>
          <a:off x="5026025" y="4368800"/>
          <a:ext cx="19208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8707" imgH="164742" progId="Equation.3">
                  <p:embed/>
                </p:oleObj>
              </mc:Choice>
              <mc:Fallback>
                <p:oleObj name="Equation" r:id="rId23" imgW="88707" imgH="164742" progId="Equation.3">
                  <p:embed/>
                  <p:pic>
                    <p:nvPicPr>
                      <p:cNvPr id="6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6025" y="4368800"/>
                        <a:ext cx="19208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-38100" y="708025"/>
            <a:ext cx="4667250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cs typeface="Times New Roman" panose="02020603050405020304" pitchFamily="18" charset="0"/>
              </a:rPr>
              <a:t>Minimize the following DFA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State Equivalence Method</a:t>
            </a: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0’Equivalence as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{A, B, C, D}    {E}</a:t>
            </a: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1’Equivalence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{A, B, C} {D} {E}</a:t>
            </a: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2’Equivalence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{A, C} {B} {D} {E}</a:t>
            </a:r>
          </a:p>
          <a:p>
            <a:pPr defTabSz="914400"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3’Equivalence</a:t>
            </a:r>
          </a:p>
          <a:p>
            <a:pPr marL="0" indent="0" defTabSz="914400" eaLnBrk="1" hangingPunct="1">
              <a:buFont typeface="Arial" panose="020B0604020202020204" pitchFamily="34" charset="0"/>
              <a:buNone/>
              <a:defRPr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{A, C} {B} {D} {E}    </a:t>
            </a:r>
          </a:p>
        </p:txBody>
      </p:sp>
      <p:graphicFrame>
        <p:nvGraphicFramePr>
          <p:cNvPr id="62" name="Content Placeholder 3"/>
          <p:cNvGraphicFramePr>
            <a:graphicFrameLocks/>
          </p:cNvGraphicFramePr>
          <p:nvPr/>
        </p:nvGraphicFramePr>
        <p:xfrm>
          <a:off x="5851525" y="763588"/>
          <a:ext cx="3049589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DFA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A,C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E*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91456" marR="91456" marT="45705" marB="45705">
                    <a:gradFill>
                      <a:gsLst>
                        <a:gs pos="0">
                          <a:schemeClr val="accent6">
                            <a:lumMod val="5000"/>
                            <a:lumOff val="95000"/>
                          </a:schemeClr>
                        </a:gs>
                        <a:gs pos="74000">
                          <a:schemeClr val="accent6">
                            <a:lumMod val="45000"/>
                            <a:lumOff val="55000"/>
                          </a:schemeClr>
                        </a:gs>
                        <a:gs pos="83000">
                          <a:schemeClr val="accent6">
                            <a:lumMod val="45000"/>
                            <a:lumOff val="55000"/>
                          </a:schemeClr>
                        </a:gs>
                        <a:gs pos="100000">
                          <a:schemeClr val="accent6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Line 75"/>
          <p:cNvSpPr>
            <a:spLocks noChangeShapeType="1"/>
          </p:cNvSpPr>
          <p:nvPr/>
        </p:nvSpPr>
        <p:spPr bwMode="auto">
          <a:xfrm>
            <a:off x="5726113" y="1373188"/>
            <a:ext cx="4413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88E1C6-30AC-45E5-B0B3-074BFDE6E3AE}" type="datetime1">
              <a:rPr lang="en-US" smtClean="0"/>
              <a:t>2/16/2023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48B30C-B0C0-43D8-986E-630E7421F9CF}" type="slidenum">
              <a:rPr lang="en-US" smtClean="0"/>
              <a:pPr>
                <a:defRPr/>
              </a:pPr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7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4" grpId="0" animBg="1"/>
      <p:bldP spid="26" grpId="0" animBg="1"/>
      <p:bldP spid="27" grpId="0" animBg="1"/>
      <p:bldP spid="28" grpId="0" animBg="1"/>
      <p:bldP spid="35" grpId="0" animBg="1"/>
      <p:bldP spid="43" grpId="0" animBg="1"/>
      <p:bldP spid="44" grpId="0" animBg="1"/>
      <p:bldP spid="54" grpId="0" animBg="1"/>
      <p:bldP spid="59" grpId="0" animBg="1"/>
      <p:bldP spid="6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675B2085329D408DAE265FD1E815C6" ma:contentTypeVersion="2" ma:contentTypeDescription="Create a new document." ma:contentTypeScope="" ma:versionID="178c7ef17b2891e5e79a3c457c8447a9">
  <xsd:schema xmlns:xsd="http://www.w3.org/2001/XMLSchema" xmlns:xs="http://www.w3.org/2001/XMLSchema" xmlns:p="http://schemas.microsoft.com/office/2006/metadata/properties" xmlns:ns2="6aef3fba-21f0-4319-8b84-e9eb757b945a" targetNamespace="http://schemas.microsoft.com/office/2006/metadata/properties" ma:root="true" ma:fieldsID="fcae34231838de6e4e10b14c2c92c8c6" ns2:_="">
    <xsd:import namespace="6aef3fba-21f0-4319-8b84-e9eb757b94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ef3fba-21f0-4319-8b84-e9eb757b94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68627B-5625-4821-B6F4-758718E891F6}">
  <ds:schemaRefs>
    <ds:schemaRef ds:uri="http://schemas.microsoft.com/office/infopath/2007/PartnerControls"/>
    <ds:schemaRef ds:uri="http://schemas.microsoft.com/office/2006/metadata/properties"/>
    <ds:schemaRef ds:uri="6aef3fba-21f0-4319-8b84-e9eb757b945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BE3C32A-3965-4D9C-B2B9-EF6EF72AAD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ef3fba-21f0-4319-8b84-e9eb757b94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6235D07-6179-4E5D-98FD-B1B3662673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12616</TotalTime>
  <Words>2863</Words>
  <Application>Microsoft Office PowerPoint</Application>
  <PresentationFormat>On-screen Show (4:3)</PresentationFormat>
  <Paragraphs>1002</Paragraphs>
  <Slides>110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Finite Automaton</vt:lpstr>
      <vt:lpstr>PowerPoint Presentation</vt:lpstr>
      <vt:lpstr>Transition Graph</vt:lpstr>
      <vt:lpstr>Initial Configuration</vt:lpstr>
      <vt:lpstr>Reading the Input</vt:lpstr>
      <vt:lpstr>PowerPoint Presentation</vt:lpstr>
      <vt:lpstr>PowerPoint Presentation</vt:lpstr>
      <vt:lpstr>PowerPoint Presentation</vt:lpstr>
      <vt:lpstr>PowerPoint Presentation</vt:lpstr>
      <vt:lpstr>Rejection</vt:lpstr>
      <vt:lpstr>PowerPoint Presentation</vt:lpstr>
      <vt:lpstr>PowerPoint Presentation</vt:lpstr>
      <vt:lpstr>PowerPoint Presentation</vt:lpstr>
      <vt:lpstr>PowerPoint Presentation</vt:lpstr>
      <vt:lpstr>Another Rejection</vt:lpstr>
      <vt:lpstr>PowerPoint Presentation</vt:lpstr>
      <vt:lpstr>Another Example</vt:lpstr>
      <vt:lpstr>PowerPoint Presentation</vt:lpstr>
      <vt:lpstr>PowerPoint Presentation</vt:lpstr>
      <vt:lpstr>PowerPoint Presentation</vt:lpstr>
      <vt:lpstr>PowerPoint Presentation</vt:lpstr>
      <vt:lpstr>Rejection Example</vt:lpstr>
      <vt:lpstr>PowerPoint Presentation</vt:lpstr>
      <vt:lpstr>PowerPoint Presentation</vt:lpstr>
      <vt:lpstr>PowerPoint Presentation</vt:lpstr>
      <vt:lpstr>PowerPoint Presentation</vt:lpstr>
      <vt:lpstr>Languages Accepted by FAs</vt:lpstr>
      <vt:lpstr>Example</vt:lpstr>
      <vt:lpstr>Example</vt:lpstr>
      <vt:lpstr>Example</vt:lpstr>
      <vt:lpstr>Formal Definition</vt:lpstr>
      <vt:lpstr>Input Alphabet </vt:lpstr>
      <vt:lpstr>Set of States </vt:lpstr>
      <vt:lpstr>Initial State </vt:lpstr>
      <vt:lpstr>Set of Accepting States</vt:lpstr>
      <vt:lpstr>Transition Function </vt:lpstr>
      <vt:lpstr>PowerPoint Presentation</vt:lpstr>
      <vt:lpstr>PowerPoint Presentation</vt:lpstr>
      <vt:lpstr>PowerPoint Presentation</vt:lpstr>
      <vt:lpstr>Transition Table</vt:lpstr>
      <vt:lpstr>Extended Transition Function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Recursive Definition</vt:lpstr>
      <vt:lpstr>PowerPoint Presentation</vt:lpstr>
      <vt:lpstr>Check the string acceptance of abba </vt:lpstr>
      <vt:lpstr>Language Accepted by FAs</vt:lpstr>
      <vt:lpstr>Example</vt:lpstr>
      <vt:lpstr>L=strings with substring ‘101’ over {0, 1}</vt:lpstr>
      <vt:lpstr>Example</vt:lpstr>
      <vt:lpstr>Example</vt:lpstr>
      <vt:lpstr>Regular Languages</vt:lpstr>
      <vt:lpstr>PowerPoint Presentation</vt:lpstr>
      <vt:lpstr>PowerPoint Presentation</vt:lpstr>
      <vt:lpstr>Deterministic Finite Automata</vt:lpstr>
      <vt:lpstr>DFA Example</vt:lpstr>
      <vt:lpstr>DFA Example</vt:lpstr>
      <vt:lpstr>DFA Example</vt:lpstr>
      <vt:lpstr>DFA Example</vt:lpstr>
      <vt:lpstr>DFA Example</vt:lpstr>
      <vt:lpstr>DFA Example</vt:lpstr>
      <vt:lpstr>DFA Example</vt:lpstr>
      <vt:lpstr>DFA Example</vt:lpstr>
      <vt:lpstr>DFA Example</vt:lpstr>
      <vt:lpstr>DFA Example</vt:lpstr>
      <vt:lpstr>DFA Example</vt:lpstr>
      <vt:lpstr>DFA Example</vt:lpstr>
      <vt:lpstr>DFA Examples to be covered</vt:lpstr>
      <vt:lpstr>DFA - Starts with a , ∑={a,b}</vt:lpstr>
      <vt:lpstr>DFA - Starts with ab , ∑={a,b}</vt:lpstr>
      <vt:lpstr>DFA - Starts with aa , ∑={a,b}</vt:lpstr>
      <vt:lpstr>DFA - Starts with aba , ∑={a,b}</vt:lpstr>
      <vt:lpstr>DFA - Starts with 101 , ∑={0,1}</vt:lpstr>
      <vt:lpstr>Ends with a</vt:lpstr>
      <vt:lpstr> </vt:lpstr>
      <vt:lpstr>Ends with ab</vt:lpstr>
      <vt:lpstr>Ending with bab</vt:lpstr>
      <vt:lpstr>DFA – Ends with 101, ∑={ 0,1}</vt:lpstr>
      <vt:lpstr>DFA – Ends with 111 , ∑={ 0,1}</vt:lpstr>
      <vt:lpstr>DfA – Substring 101</vt:lpstr>
      <vt:lpstr>DFA- Contains 111</vt:lpstr>
      <vt:lpstr>DFA – Contains 1011</vt:lpstr>
      <vt:lpstr>DFA- Even no of 0s, ∑={ 0,1} or n0(w)mod2=0</vt:lpstr>
      <vt:lpstr>DFA – Odd no of 0’s , ∑={ 0,1} or n0(w)mod2=1</vt:lpstr>
      <vt:lpstr>DFA - na(w)mod3=0, ∑={ a,b} </vt:lpstr>
      <vt:lpstr>DFA- nb(w)mod4=1, ∑={ a,b} </vt:lpstr>
      <vt:lpstr>DfA – n1(w)mod3=2, ∑={ 0,1}</vt:lpstr>
      <vt:lpstr>Dfa –lwlmod2=0,</vt:lpstr>
      <vt:lpstr>DfA – lwlmod2=1</vt:lpstr>
      <vt:lpstr>DFA –lwlmod3=0, ∑={ 0,1}</vt:lpstr>
      <vt:lpstr>No of a’s is even and no of b’s odd-eo</vt:lpstr>
      <vt:lpstr>No of a’s is odd and no of b’s even=oe </vt:lpstr>
      <vt:lpstr>No of a’s is odd and no of b’s odd-oo </vt:lpstr>
      <vt:lpstr>No of a’s is even and no of b’s even-ee </vt:lpstr>
      <vt:lpstr>NFA Definition</vt:lpstr>
      <vt:lpstr>NFA Example</vt:lpstr>
      <vt:lpstr>NFA to DFA Conversion Example</vt:lpstr>
      <vt:lpstr>NFA to DFA Conversion Example</vt:lpstr>
      <vt:lpstr>NFA to DFA Conversion Example</vt:lpstr>
      <vt:lpstr>NFA to DFA Conversion Example</vt:lpstr>
      <vt:lpstr>NFA to DFA Conversion Example</vt:lpstr>
      <vt:lpstr>NFA to DFA Conversion Example</vt:lpstr>
      <vt:lpstr>Minimization of DFA Example</vt:lpstr>
      <vt:lpstr>Minimization of DFA Example</vt:lpstr>
      <vt:lpstr>Minimization of DFA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Dr. H M Manjula-Asst. Prof-CSE</cp:lastModifiedBy>
  <cp:revision>832</cp:revision>
  <cp:lastPrinted>2018-07-24T06:37:20Z</cp:lastPrinted>
  <dcterms:created xsi:type="dcterms:W3CDTF">2018-06-07T04:06:17Z</dcterms:created>
  <dcterms:modified xsi:type="dcterms:W3CDTF">2023-02-17T05:56:57Z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0x01010080675B2085329D408DAE265FD1E815C6</vt:lpwstr>
  </property>
</Properties>
</file>