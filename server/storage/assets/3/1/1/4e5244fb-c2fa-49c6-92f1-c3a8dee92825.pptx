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4"/>
  </p:sldMasterIdLst>
  <p:notesMasterIdLst>
    <p:notesMasterId r:id="rId19"/>
  </p:notesMasterIdLst>
  <p:handoutMasterIdLst>
    <p:handoutMasterId r:id="rId20"/>
  </p:handoutMasterIdLst>
  <p:sldIdLst>
    <p:sldId id="256" r:id="rId5"/>
    <p:sldId id="469" r:id="rId6"/>
    <p:sldId id="426" r:id="rId7"/>
    <p:sldId id="465" r:id="rId8"/>
    <p:sldId id="470" r:id="rId9"/>
    <p:sldId id="263" r:id="rId10"/>
    <p:sldId id="471" r:id="rId11"/>
    <p:sldId id="472" r:id="rId12"/>
    <p:sldId id="266" r:id="rId13"/>
    <p:sldId id="267" r:id="rId14"/>
    <p:sldId id="473" r:id="rId15"/>
    <p:sldId id="474" r:id="rId16"/>
    <p:sldId id="475" r:id="rId17"/>
    <p:sldId id="476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Deepak S Sakkari Assistant Professor( CSE)" userId="6d73bcb8-5d92-40b8-9132-40f6303b79fc" providerId="ADAL" clId="{6A6CE88C-C1CC-4F3A-B486-05240001B6BF}"/>
    <pc:docChg chg="undo custSel delSld modSld modMainMaster">
      <pc:chgData name="Dr. Deepak S Sakkari Assistant Professor( CSE)" userId="6d73bcb8-5d92-40b8-9132-40f6303b79fc" providerId="ADAL" clId="{6A6CE88C-C1CC-4F3A-B486-05240001B6BF}" dt="2020-08-16T18:15:17.333" v="987" actId="1038"/>
      <pc:docMkLst>
        <pc:docMk/>
      </pc:docMkLst>
      <pc:sldChg chg="modSp">
        <pc:chgData name="Dr. Deepak S Sakkari Assistant Professor( CSE)" userId="6d73bcb8-5d92-40b8-9132-40f6303b79fc" providerId="ADAL" clId="{6A6CE88C-C1CC-4F3A-B486-05240001B6BF}" dt="2020-08-16T17:23:01.850" v="61" actId="404"/>
        <pc:sldMkLst>
          <pc:docMk/>
          <pc:sldMk cId="644196155" sldId="257"/>
        </pc:sldMkLst>
        <pc:spChg chg="mod">
          <ac:chgData name="Dr. Deepak S Sakkari Assistant Professor( CSE)" userId="6d73bcb8-5d92-40b8-9132-40f6303b79fc" providerId="ADAL" clId="{6A6CE88C-C1CC-4F3A-B486-05240001B6BF}" dt="2020-08-16T17:23:01.850" v="61" actId="404"/>
          <ac:spMkLst>
            <pc:docMk/>
            <pc:sldMk cId="644196155" sldId="257"/>
            <ac:spMk id="3" creationId="{00000000-0000-0000-0000-000000000000}"/>
          </ac:spMkLst>
        </pc:spChg>
      </pc:sldChg>
      <pc:sldChg chg="modSp mod">
        <pc:chgData name="Dr. Deepak S Sakkari Assistant Professor( CSE)" userId="6d73bcb8-5d92-40b8-9132-40f6303b79fc" providerId="ADAL" clId="{6A6CE88C-C1CC-4F3A-B486-05240001B6BF}" dt="2020-08-16T17:29:27.503" v="93" actId="948"/>
        <pc:sldMkLst>
          <pc:docMk/>
          <pc:sldMk cId="799294713" sldId="258"/>
        </pc:sldMkLst>
        <pc:spChg chg="mod">
          <ac:chgData name="Dr. Deepak S Sakkari Assistant Professor( CSE)" userId="6d73bcb8-5d92-40b8-9132-40f6303b79fc" providerId="ADAL" clId="{6A6CE88C-C1CC-4F3A-B486-05240001B6BF}" dt="2020-08-16T17:29:27.503" v="93" actId="948"/>
          <ac:spMkLst>
            <pc:docMk/>
            <pc:sldMk cId="799294713" sldId="258"/>
            <ac:spMk id="3" creationId="{00000000-0000-0000-0000-000000000000}"/>
          </ac:spMkLst>
        </pc:spChg>
      </pc:sldChg>
      <pc:sldChg chg="modSp del mod">
        <pc:chgData name="Dr. Deepak S Sakkari Assistant Professor( CSE)" userId="6d73bcb8-5d92-40b8-9132-40f6303b79fc" providerId="ADAL" clId="{6A6CE88C-C1CC-4F3A-B486-05240001B6BF}" dt="2020-08-16T17:29:41.157" v="94" actId="2696"/>
        <pc:sldMkLst>
          <pc:docMk/>
          <pc:sldMk cId="2963534272" sldId="259"/>
        </pc:sldMkLst>
        <pc:spChg chg="mod">
          <ac:chgData name="Dr. Deepak S Sakkari Assistant Professor( CSE)" userId="6d73bcb8-5d92-40b8-9132-40f6303b79fc" providerId="ADAL" clId="{6A6CE88C-C1CC-4F3A-B486-05240001B6BF}" dt="2020-08-16T17:28:28.561" v="87" actId="21"/>
          <ac:spMkLst>
            <pc:docMk/>
            <pc:sldMk cId="2963534272" sldId="259"/>
            <ac:spMk id="3" creationId="{00000000-0000-0000-0000-000000000000}"/>
          </ac:spMkLst>
        </pc:spChg>
      </pc:sldChg>
      <pc:sldChg chg="modSp mod">
        <pc:chgData name="Dr. Deepak S Sakkari Assistant Professor( CSE)" userId="6d73bcb8-5d92-40b8-9132-40f6303b79fc" providerId="ADAL" clId="{6A6CE88C-C1CC-4F3A-B486-05240001B6BF}" dt="2020-08-16T17:30:03.381" v="98" actId="20577"/>
        <pc:sldMkLst>
          <pc:docMk/>
          <pc:sldMk cId="3981172752" sldId="260"/>
        </pc:sldMkLst>
        <pc:spChg chg="mod">
          <ac:chgData name="Dr. Deepak S Sakkari Assistant Professor( CSE)" userId="6d73bcb8-5d92-40b8-9132-40f6303b79fc" providerId="ADAL" clId="{6A6CE88C-C1CC-4F3A-B486-05240001B6BF}" dt="2020-08-16T17:30:03.381" v="98" actId="20577"/>
          <ac:spMkLst>
            <pc:docMk/>
            <pc:sldMk cId="3981172752" sldId="260"/>
            <ac:spMk id="3" creationId="{00000000-0000-0000-0000-000000000000}"/>
          </ac:spMkLst>
        </pc:spChg>
      </pc:sldChg>
      <pc:sldChg chg="modSp del">
        <pc:chgData name="Dr. Deepak S Sakkari Assistant Professor( CSE)" userId="6d73bcb8-5d92-40b8-9132-40f6303b79fc" providerId="ADAL" clId="{6A6CE88C-C1CC-4F3A-B486-05240001B6BF}" dt="2020-08-16T17:30:44.627" v="99" actId="2696"/>
        <pc:sldMkLst>
          <pc:docMk/>
          <pc:sldMk cId="3009021097" sldId="261"/>
        </pc:sldMkLst>
        <pc:spChg chg="mod">
          <ac:chgData name="Dr. Deepak S Sakkari Assistant Professor( CSE)" userId="6d73bcb8-5d92-40b8-9132-40f6303b79fc" providerId="ADAL" clId="{6A6CE88C-C1CC-4F3A-B486-05240001B6BF}" dt="2020-08-16T17:24:40.253" v="69" actId="404"/>
          <ac:spMkLst>
            <pc:docMk/>
            <pc:sldMk cId="3009021097" sldId="261"/>
            <ac:spMk id="3" creationId="{00000000-0000-0000-0000-000000000000}"/>
          </ac:spMkLst>
        </pc:spChg>
      </pc:sldChg>
      <pc:sldChg chg="modSp">
        <pc:chgData name="Dr. Deepak S Sakkari Assistant Professor( CSE)" userId="6d73bcb8-5d92-40b8-9132-40f6303b79fc" providerId="ADAL" clId="{6A6CE88C-C1CC-4F3A-B486-05240001B6BF}" dt="2020-08-16T17:24:56.926" v="72" actId="404"/>
        <pc:sldMkLst>
          <pc:docMk/>
          <pc:sldMk cId="1345660431" sldId="262"/>
        </pc:sldMkLst>
        <pc:spChg chg="mod">
          <ac:chgData name="Dr. Deepak S Sakkari Assistant Professor( CSE)" userId="6d73bcb8-5d92-40b8-9132-40f6303b79fc" providerId="ADAL" clId="{6A6CE88C-C1CC-4F3A-B486-05240001B6BF}" dt="2020-08-16T17:24:56.926" v="72" actId="404"/>
          <ac:spMkLst>
            <pc:docMk/>
            <pc:sldMk cId="1345660431" sldId="262"/>
            <ac:spMk id="3" creationId="{00000000-0000-0000-0000-000000000000}"/>
          </ac:spMkLst>
        </pc:spChg>
      </pc:sldChg>
      <pc:sldChg chg="modSp mod">
        <pc:chgData name="Dr. Deepak S Sakkari Assistant Professor( CSE)" userId="6d73bcb8-5d92-40b8-9132-40f6303b79fc" providerId="ADAL" clId="{6A6CE88C-C1CC-4F3A-B486-05240001B6BF}" dt="2020-08-16T17:32:48.352" v="105" actId="20577"/>
        <pc:sldMkLst>
          <pc:docMk/>
          <pc:sldMk cId="2264661524" sldId="263"/>
        </pc:sldMkLst>
        <pc:spChg chg="mod">
          <ac:chgData name="Dr. Deepak S Sakkari Assistant Professor( CSE)" userId="6d73bcb8-5d92-40b8-9132-40f6303b79fc" providerId="ADAL" clId="{6A6CE88C-C1CC-4F3A-B486-05240001B6BF}" dt="2020-08-16T17:32:48.352" v="105" actId="20577"/>
          <ac:spMkLst>
            <pc:docMk/>
            <pc:sldMk cId="2264661524" sldId="263"/>
            <ac:spMk id="3" creationId="{00000000-0000-0000-0000-000000000000}"/>
          </ac:spMkLst>
        </pc:spChg>
      </pc:sldChg>
      <pc:sldChg chg="modSp mod">
        <pc:chgData name="Dr. Deepak S Sakkari Assistant Professor( CSE)" userId="6d73bcb8-5d92-40b8-9132-40f6303b79fc" providerId="ADAL" clId="{6A6CE88C-C1CC-4F3A-B486-05240001B6BF}" dt="2020-08-16T17:33:55.233" v="118" actId="20577"/>
        <pc:sldMkLst>
          <pc:docMk/>
          <pc:sldMk cId="2700791281" sldId="264"/>
        </pc:sldMkLst>
        <pc:spChg chg="mod">
          <ac:chgData name="Dr. Deepak S Sakkari Assistant Professor( CSE)" userId="6d73bcb8-5d92-40b8-9132-40f6303b79fc" providerId="ADAL" clId="{6A6CE88C-C1CC-4F3A-B486-05240001B6BF}" dt="2020-08-16T17:33:55.233" v="118" actId="20577"/>
          <ac:spMkLst>
            <pc:docMk/>
            <pc:sldMk cId="2700791281" sldId="264"/>
            <ac:spMk id="3" creationId="{00000000-0000-0000-0000-000000000000}"/>
          </ac:spMkLst>
        </pc:spChg>
      </pc:sldChg>
      <pc:sldChg chg="modSp del">
        <pc:chgData name="Dr. Deepak S Sakkari Assistant Professor( CSE)" userId="6d73bcb8-5d92-40b8-9132-40f6303b79fc" providerId="ADAL" clId="{6A6CE88C-C1CC-4F3A-B486-05240001B6BF}" dt="2020-08-16T17:34:31.051" v="119" actId="2696"/>
        <pc:sldMkLst>
          <pc:docMk/>
          <pc:sldMk cId="656789598" sldId="265"/>
        </pc:sldMkLst>
        <pc:spChg chg="mod">
          <ac:chgData name="Dr. Deepak S Sakkari Assistant Professor( CSE)" userId="6d73bcb8-5d92-40b8-9132-40f6303b79fc" providerId="ADAL" clId="{6A6CE88C-C1CC-4F3A-B486-05240001B6BF}" dt="2020-08-16T17:33:11.076" v="108" actId="404"/>
          <ac:spMkLst>
            <pc:docMk/>
            <pc:sldMk cId="656789598" sldId="265"/>
            <ac:spMk id="3" creationId="{00000000-0000-0000-0000-000000000000}"/>
          </ac:spMkLst>
        </pc:spChg>
      </pc:sldChg>
      <pc:sldChg chg="modSp">
        <pc:chgData name="Dr. Deepak S Sakkari Assistant Professor( CSE)" userId="6d73bcb8-5d92-40b8-9132-40f6303b79fc" providerId="ADAL" clId="{6A6CE88C-C1CC-4F3A-B486-05240001B6BF}" dt="2020-08-16T17:34:51.629" v="123" actId="1076"/>
        <pc:sldMkLst>
          <pc:docMk/>
          <pc:sldMk cId="1334666043" sldId="266"/>
        </pc:sldMkLst>
        <pc:spChg chg="mod">
          <ac:chgData name="Dr. Deepak S Sakkari Assistant Professor( CSE)" userId="6d73bcb8-5d92-40b8-9132-40f6303b79fc" providerId="ADAL" clId="{6A6CE88C-C1CC-4F3A-B486-05240001B6BF}" dt="2020-08-16T17:34:45.323" v="122" actId="404"/>
          <ac:spMkLst>
            <pc:docMk/>
            <pc:sldMk cId="1334666043" sldId="266"/>
            <ac:spMk id="7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7:34:51.629" v="123" actId="1076"/>
          <ac:picMkLst>
            <pc:docMk/>
            <pc:sldMk cId="1334666043" sldId="266"/>
            <ac:picMk id="1025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7:41:22.280" v="339" actId="1076"/>
        <pc:sldMkLst>
          <pc:docMk/>
          <pc:sldMk cId="3898763255" sldId="267"/>
        </pc:sldMkLst>
        <pc:graphicFrameChg chg="mod modGraphic">
          <ac:chgData name="Dr. Deepak S Sakkari Assistant Professor( CSE)" userId="6d73bcb8-5d92-40b8-9132-40f6303b79fc" providerId="ADAL" clId="{6A6CE88C-C1CC-4F3A-B486-05240001B6BF}" dt="2020-08-16T17:41:22.280" v="339" actId="1076"/>
          <ac:graphicFrameMkLst>
            <pc:docMk/>
            <pc:sldMk cId="3898763255" sldId="267"/>
            <ac:graphicFrameMk id="5" creationId="{00000000-0000-0000-0000-000000000000}"/>
          </ac:graphicFrameMkLst>
        </pc:graphicFrameChg>
      </pc:sldChg>
      <pc:sldChg chg="modSp">
        <pc:chgData name="Dr. Deepak S Sakkari Assistant Professor( CSE)" userId="6d73bcb8-5d92-40b8-9132-40f6303b79fc" providerId="ADAL" clId="{6A6CE88C-C1CC-4F3A-B486-05240001B6BF}" dt="2020-08-16T17:41:32.429" v="342" actId="404"/>
        <pc:sldMkLst>
          <pc:docMk/>
          <pc:sldMk cId="201611570" sldId="268"/>
        </pc:sldMkLst>
        <pc:spChg chg="mod">
          <ac:chgData name="Dr. Deepak S Sakkari Assistant Professor( CSE)" userId="6d73bcb8-5d92-40b8-9132-40f6303b79fc" providerId="ADAL" clId="{6A6CE88C-C1CC-4F3A-B486-05240001B6BF}" dt="2020-08-16T17:41:32.429" v="342" actId="404"/>
          <ac:spMkLst>
            <pc:docMk/>
            <pc:sldMk cId="201611570" sldId="268"/>
            <ac:spMk id="3" creationId="{00000000-0000-0000-0000-000000000000}"/>
          </ac:spMkLst>
        </pc:spChg>
      </pc:sldChg>
      <pc:sldChg chg="modSp">
        <pc:chgData name="Dr. Deepak S Sakkari Assistant Professor( CSE)" userId="6d73bcb8-5d92-40b8-9132-40f6303b79fc" providerId="ADAL" clId="{6A6CE88C-C1CC-4F3A-B486-05240001B6BF}" dt="2020-08-16T17:41:50.936" v="345" actId="404"/>
        <pc:sldMkLst>
          <pc:docMk/>
          <pc:sldMk cId="3824667293" sldId="269"/>
        </pc:sldMkLst>
        <pc:spChg chg="mod">
          <ac:chgData name="Dr. Deepak S Sakkari Assistant Professor( CSE)" userId="6d73bcb8-5d92-40b8-9132-40f6303b79fc" providerId="ADAL" clId="{6A6CE88C-C1CC-4F3A-B486-05240001B6BF}" dt="2020-08-16T17:41:50.936" v="345" actId="404"/>
          <ac:spMkLst>
            <pc:docMk/>
            <pc:sldMk cId="3824667293" sldId="269"/>
            <ac:spMk id="3" creationId="{00000000-0000-0000-0000-000000000000}"/>
          </ac:spMkLst>
        </pc:spChg>
      </pc:sldChg>
      <pc:sldChg chg="modSp">
        <pc:chgData name="Dr. Deepak S Sakkari Assistant Professor( CSE)" userId="6d73bcb8-5d92-40b8-9132-40f6303b79fc" providerId="ADAL" clId="{6A6CE88C-C1CC-4F3A-B486-05240001B6BF}" dt="2020-08-16T18:15:17.333" v="987" actId="1038"/>
        <pc:sldMkLst>
          <pc:docMk/>
          <pc:sldMk cId="2570284336" sldId="270"/>
        </pc:sldMkLst>
        <pc:spChg chg="mod">
          <ac:chgData name="Dr. Deepak S Sakkari Assistant Professor( CSE)" userId="6d73bcb8-5d92-40b8-9132-40f6303b79fc" providerId="ADAL" clId="{6A6CE88C-C1CC-4F3A-B486-05240001B6BF}" dt="2020-08-16T17:42:42.286" v="352"/>
          <ac:spMkLst>
            <pc:docMk/>
            <pc:sldMk cId="2570284336" sldId="270"/>
            <ac:spMk id="2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8:15:17.333" v="987" actId="1038"/>
          <ac:picMkLst>
            <pc:docMk/>
            <pc:sldMk cId="2570284336" sldId="270"/>
            <ac:picMk id="9" creationId="{00000000-0000-0000-0000-000000000000}"/>
          </ac:picMkLst>
        </pc:picChg>
      </pc:sldChg>
      <pc:sldChg chg="modSp">
        <pc:chgData name="Dr. Deepak S Sakkari Assistant Professor( CSE)" userId="6d73bcb8-5d92-40b8-9132-40f6303b79fc" providerId="ADAL" clId="{6A6CE88C-C1CC-4F3A-B486-05240001B6BF}" dt="2020-08-16T17:44:40.982" v="376" actId="255"/>
        <pc:sldMkLst>
          <pc:docMk/>
          <pc:sldMk cId="564986561" sldId="271"/>
        </pc:sldMkLst>
        <pc:spChg chg="mod">
          <ac:chgData name="Dr. Deepak S Sakkari Assistant Professor( CSE)" userId="6d73bcb8-5d92-40b8-9132-40f6303b79fc" providerId="ADAL" clId="{6A6CE88C-C1CC-4F3A-B486-05240001B6BF}" dt="2020-08-16T17:44:40.982" v="376" actId="255"/>
          <ac:spMkLst>
            <pc:docMk/>
            <pc:sldMk cId="564986561" sldId="271"/>
            <ac:spMk id="3" creationId="{00000000-0000-0000-0000-000000000000}"/>
          </ac:spMkLst>
        </pc:spChg>
      </pc:sldChg>
      <pc:sldChg chg="modSp">
        <pc:chgData name="Dr. Deepak S Sakkari Assistant Professor( CSE)" userId="6d73bcb8-5d92-40b8-9132-40f6303b79fc" providerId="ADAL" clId="{6A6CE88C-C1CC-4F3A-B486-05240001B6BF}" dt="2020-08-16T17:42:04.443" v="348" actId="404"/>
        <pc:sldMkLst>
          <pc:docMk/>
          <pc:sldMk cId="1620829824" sldId="272"/>
        </pc:sldMkLst>
        <pc:spChg chg="mod">
          <ac:chgData name="Dr. Deepak S Sakkari Assistant Professor( CSE)" userId="6d73bcb8-5d92-40b8-9132-40f6303b79fc" providerId="ADAL" clId="{6A6CE88C-C1CC-4F3A-B486-05240001B6BF}" dt="2020-08-16T17:42:04.443" v="348" actId="404"/>
          <ac:spMkLst>
            <pc:docMk/>
            <pc:sldMk cId="1620829824" sldId="272"/>
            <ac:spMk id="3" creationId="{00000000-0000-0000-0000-000000000000}"/>
          </ac:spMkLst>
        </pc:spChg>
      </pc:sldChg>
      <pc:sldChg chg="modSp">
        <pc:chgData name="Dr. Deepak S Sakkari Assistant Professor( CSE)" userId="6d73bcb8-5d92-40b8-9132-40f6303b79fc" providerId="ADAL" clId="{6A6CE88C-C1CC-4F3A-B486-05240001B6BF}" dt="2020-08-16T17:43:54.672" v="373" actId="1036"/>
        <pc:sldMkLst>
          <pc:docMk/>
          <pc:sldMk cId="1806056552" sldId="273"/>
        </pc:sldMkLst>
        <pc:spChg chg="mod">
          <ac:chgData name="Dr. Deepak S Sakkari Assistant Professor( CSE)" userId="6d73bcb8-5d92-40b8-9132-40f6303b79fc" providerId="ADAL" clId="{6A6CE88C-C1CC-4F3A-B486-05240001B6BF}" dt="2020-08-16T17:43:54.672" v="373" actId="1036"/>
          <ac:spMkLst>
            <pc:docMk/>
            <pc:sldMk cId="1806056552" sldId="273"/>
            <ac:spMk id="3" creationId="{00000000-0000-0000-0000-000000000000}"/>
          </ac:spMkLst>
        </pc:spChg>
      </pc:sldChg>
      <pc:sldChg chg="modSp">
        <pc:chgData name="Dr. Deepak S Sakkari Assistant Professor( CSE)" userId="6d73bcb8-5d92-40b8-9132-40f6303b79fc" providerId="ADAL" clId="{6A6CE88C-C1CC-4F3A-B486-05240001B6BF}" dt="2020-08-16T17:43:06.513" v="365" actId="1035"/>
        <pc:sldMkLst>
          <pc:docMk/>
          <pc:sldMk cId="3262299342" sldId="274"/>
        </pc:sldMkLst>
        <pc:spChg chg="mod">
          <ac:chgData name="Dr. Deepak S Sakkari Assistant Professor( CSE)" userId="6d73bcb8-5d92-40b8-9132-40f6303b79fc" providerId="ADAL" clId="{6A6CE88C-C1CC-4F3A-B486-05240001B6BF}" dt="2020-08-16T17:43:06.513" v="365" actId="1035"/>
          <ac:spMkLst>
            <pc:docMk/>
            <pc:sldMk cId="3262299342" sldId="274"/>
            <ac:spMk id="3" creationId="{00000000-0000-0000-0000-000000000000}"/>
          </ac:spMkLst>
        </pc:spChg>
      </pc:sldChg>
      <pc:sldChg chg="del">
        <pc:chgData name="Dr. Deepak S Sakkari Assistant Professor( CSE)" userId="6d73bcb8-5d92-40b8-9132-40f6303b79fc" providerId="ADAL" clId="{6A6CE88C-C1CC-4F3A-B486-05240001B6BF}" dt="2020-08-16T17:43:28.398" v="366" actId="2696"/>
        <pc:sldMkLst>
          <pc:docMk/>
          <pc:sldMk cId="719903367" sldId="275"/>
        </pc:sldMkLst>
      </pc:sldChg>
      <pc:sldChg chg="modSp">
        <pc:chgData name="Dr. Deepak S Sakkari Assistant Professor( CSE)" userId="6d73bcb8-5d92-40b8-9132-40f6303b79fc" providerId="ADAL" clId="{6A6CE88C-C1CC-4F3A-B486-05240001B6BF}" dt="2020-08-16T17:44:51.369" v="378" actId="404"/>
        <pc:sldMkLst>
          <pc:docMk/>
          <pc:sldMk cId="1089540773" sldId="276"/>
        </pc:sldMkLst>
        <pc:spChg chg="mod">
          <ac:chgData name="Dr. Deepak S Sakkari Assistant Professor( CSE)" userId="6d73bcb8-5d92-40b8-9132-40f6303b79fc" providerId="ADAL" clId="{6A6CE88C-C1CC-4F3A-B486-05240001B6BF}" dt="2020-08-16T17:44:51.369" v="378" actId="404"/>
          <ac:spMkLst>
            <pc:docMk/>
            <pc:sldMk cId="1089540773" sldId="276"/>
            <ac:spMk id="3" creationId="{00000000-0000-0000-0000-000000000000}"/>
          </ac:spMkLst>
        </pc:spChg>
      </pc:sldChg>
      <pc:sldChg chg="modSp">
        <pc:chgData name="Dr. Deepak S Sakkari Assistant Professor( CSE)" userId="6d73bcb8-5d92-40b8-9132-40f6303b79fc" providerId="ADAL" clId="{6A6CE88C-C1CC-4F3A-B486-05240001B6BF}" dt="2020-08-16T17:45:07.183" v="381" actId="404"/>
        <pc:sldMkLst>
          <pc:docMk/>
          <pc:sldMk cId="2289095124" sldId="277"/>
        </pc:sldMkLst>
        <pc:spChg chg="mod">
          <ac:chgData name="Dr. Deepak S Sakkari Assistant Professor( CSE)" userId="6d73bcb8-5d92-40b8-9132-40f6303b79fc" providerId="ADAL" clId="{6A6CE88C-C1CC-4F3A-B486-05240001B6BF}" dt="2020-08-16T17:45:07.183" v="381" actId="404"/>
          <ac:spMkLst>
            <pc:docMk/>
            <pc:sldMk cId="2289095124" sldId="277"/>
            <ac:spMk id="3" creationId="{00000000-0000-0000-0000-000000000000}"/>
          </ac:spMkLst>
        </pc:spChg>
      </pc:sldChg>
      <pc:sldChg chg="modSp">
        <pc:chgData name="Dr. Deepak S Sakkari Assistant Professor( CSE)" userId="6d73bcb8-5d92-40b8-9132-40f6303b79fc" providerId="ADAL" clId="{6A6CE88C-C1CC-4F3A-B486-05240001B6BF}" dt="2020-08-16T17:45:42.725" v="502" actId="1076"/>
        <pc:sldMkLst>
          <pc:docMk/>
          <pc:sldMk cId="627609005" sldId="278"/>
        </pc:sldMkLst>
        <pc:picChg chg="mod">
          <ac:chgData name="Dr. Deepak S Sakkari Assistant Professor( CSE)" userId="6d73bcb8-5d92-40b8-9132-40f6303b79fc" providerId="ADAL" clId="{6A6CE88C-C1CC-4F3A-B486-05240001B6BF}" dt="2020-08-16T17:45:42.725" v="502" actId="1076"/>
          <ac:picMkLst>
            <pc:docMk/>
            <pc:sldMk cId="627609005" sldId="278"/>
            <ac:picMk id="2053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7:46:51.247" v="511" actId="20577"/>
        <pc:sldMkLst>
          <pc:docMk/>
          <pc:sldMk cId="3001868645" sldId="279"/>
        </pc:sldMkLst>
        <pc:spChg chg="mod">
          <ac:chgData name="Dr. Deepak S Sakkari Assistant Professor( CSE)" userId="6d73bcb8-5d92-40b8-9132-40f6303b79fc" providerId="ADAL" clId="{6A6CE88C-C1CC-4F3A-B486-05240001B6BF}" dt="2020-08-16T17:46:51.247" v="511" actId="20577"/>
          <ac:spMkLst>
            <pc:docMk/>
            <pc:sldMk cId="3001868645" sldId="279"/>
            <ac:spMk id="5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7:46:47.816" v="510" actId="1076"/>
          <ac:picMkLst>
            <pc:docMk/>
            <pc:sldMk cId="3001868645" sldId="279"/>
            <ac:picMk id="3075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7:49:31.679" v="532" actId="1037"/>
        <pc:sldMkLst>
          <pc:docMk/>
          <pc:sldMk cId="3359797835" sldId="280"/>
        </pc:sldMkLst>
        <pc:spChg chg="mod">
          <ac:chgData name="Dr. Deepak S Sakkari Assistant Professor( CSE)" userId="6d73bcb8-5d92-40b8-9132-40f6303b79fc" providerId="ADAL" clId="{6A6CE88C-C1CC-4F3A-B486-05240001B6BF}" dt="2020-08-16T17:49:21.636" v="529" actId="948"/>
          <ac:spMkLst>
            <pc:docMk/>
            <pc:sldMk cId="3359797835" sldId="280"/>
            <ac:spMk id="5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7:49:31.679" v="532" actId="1037"/>
          <ac:picMkLst>
            <pc:docMk/>
            <pc:sldMk cId="3359797835" sldId="280"/>
            <ac:picMk id="4099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7:50:36.290" v="541" actId="1076"/>
        <pc:sldMkLst>
          <pc:docMk/>
          <pc:sldMk cId="3154839297" sldId="281"/>
        </pc:sldMkLst>
        <pc:spChg chg="mod">
          <ac:chgData name="Dr. Deepak S Sakkari Assistant Professor( CSE)" userId="6d73bcb8-5d92-40b8-9132-40f6303b79fc" providerId="ADAL" clId="{6A6CE88C-C1CC-4F3A-B486-05240001B6BF}" dt="2020-08-16T17:50:31.162" v="540" actId="404"/>
          <ac:spMkLst>
            <pc:docMk/>
            <pc:sldMk cId="3154839297" sldId="281"/>
            <ac:spMk id="5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7:50:36.290" v="541" actId="1076"/>
          <ac:picMkLst>
            <pc:docMk/>
            <pc:sldMk cId="3154839297" sldId="281"/>
            <ac:picMk id="5123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7:51:15.441" v="573" actId="1076"/>
        <pc:sldMkLst>
          <pc:docMk/>
          <pc:sldMk cId="513573365" sldId="282"/>
        </pc:sldMkLst>
        <pc:spChg chg="mod">
          <ac:chgData name="Dr. Deepak S Sakkari Assistant Professor( CSE)" userId="6d73bcb8-5d92-40b8-9132-40f6303b79fc" providerId="ADAL" clId="{6A6CE88C-C1CC-4F3A-B486-05240001B6BF}" dt="2020-08-16T17:50:54.056" v="545" actId="20577"/>
          <ac:spMkLst>
            <pc:docMk/>
            <pc:sldMk cId="513573365" sldId="282"/>
            <ac:spMk id="5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7:51:15.441" v="573" actId="1076"/>
          <ac:picMkLst>
            <pc:docMk/>
            <pc:sldMk cId="513573365" sldId="282"/>
            <ac:picMk id="6146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7:51:53.933" v="580" actId="1076"/>
        <pc:sldMkLst>
          <pc:docMk/>
          <pc:sldMk cId="2125104488" sldId="283"/>
        </pc:sldMkLst>
        <pc:spChg chg="mod">
          <ac:chgData name="Dr. Deepak S Sakkari Assistant Professor( CSE)" userId="6d73bcb8-5d92-40b8-9132-40f6303b79fc" providerId="ADAL" clId="{6A6CE88C-C1CC-4F3A-B486-05240001B6BF}" dt="2020-08-16T17:51:32.939" v="576" actId="404"/>
          <ac:spMkLst>
            <pc:docMk/>
            <pc:sldMk cId="2125104488" sldId="283"/>
            <ac:spMk id="5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7:51:53.933" v="580" actId="1076"/>
          <ac:picMkLst>
            <pc:docMk/>
            <pc:sldMk cId="2125104488" sldId="283"/>
            <ac:picMk id="7170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7:52:28.860" v="587" actId="1076"/>
        <pc:sldMkLst>
          <pc:docMk/>
          <pc:sldMk cId="3076381061" sldId="284"/>
        </pc:sldMkLst>
        <pc:spChg chg="mod">
          <ac:chgData name="Dr. Deepak S Sakkari Assistant Professor( CSE)" userId="6d73bcb8-5d92-40b8-9132-40f6303b79fc" providerId="ADAL" clId="{6A6CE88C-C1CC-4F3A-B486-05240001B6BF}" dt="2020-08-16T17:52:16.492" v="584" actId="403"/>
          <ac:spMkLst>
            <pc:docMk/>
            <pc:sldMk cId="3076381061" sldId="284"/>
            <ac:spMk id="5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7:52:28.860" v="587" actId="1076"/>
          <ac:picMkLst>
            <pc:docMk/>
            <pc:sldMk cId="3076381061" sldId="284"/>
            <ac:picMk id="8195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7:53:37.561" v="631" actId="1076"/>
        <pc:sldMkLst>
          <pc:docMk/>
          <pc:sldMk cId="769505814" sldId="285"/>
        </pc:sldMkLst>
        <pc:spChg chg="mod">
          <ac:chgData name="Dr. Deepak S Sakkari Assistant Professor( CSE)" userId="6d73bcb8-5d92-40b8-9132-40f6303b79fc" providerId="ADAL" clId="{6A6CE88C-C1CC-4F3A-B486-05240001B6BF}" dt="2020-08-16T17:53:22.212" v="596" actId="20577"/>
          <ac:spMkLst>
            <pc:docMk/>
            <pc:sldMk cId="769505814" sldId="285"/>
            <ac:spMk id="5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7:53:37.561" v="631" actId="1076"/>
          <ac:picMkLst>
            <pc:docMk/>
            <pc:sldMk cId="769505814" sldId="285"/>
            <ac:picMk id="9219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7:52:49.759" v="592" actId="1076"/>
        <pc:sldMkLst>
          <pc:docMk/>
          <pc:sldMk cId="3602984361" sldId="286"/>
        </pc:sldMkLst>
        <pc:spChg chg="mod">
          <ac:chgData name="Dr. Deepak S Sakkari Assistant Professor( CSE)" userId="6d73bcb8-5d92-40b8-9132-40f6303b79fc" providerId="ADAL" clId="{6A6CE88C-C1CC-4F3A-B486-05240001B6BF}" dt="2020-08-16T17:52:45.065" v="591" actId="404"/>
          <ac:spMkLst>
            <pc:docMk/>
            <pc:sldMk cId="3602984361" sldId="286"/>
            <ac:spMk id="5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7:52:49.759" v="592" actId="1076"/>
          <ac:picMkLst>
            <pc:docMk/>
            <pc:sldMk cId="3602984361" sldId="286"/>
            <ac:picMk id="9218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7:54:29.167" v="657" actId="1036"/>
        <pc:sldMkLst>
          <pc:docMk/>
          <pc:sldMk cId="2829986162" sldId="287"/>
        </pc:sldMkLst>
        <pc:spChg chg="mod">
          <ac:chgData name="Dr. Deepak S Sakkari Assistant Professor( CSE)" userId="6d73bcb8-5d92-40b8-9132-40f6303b79fc" providerId="ADAL" clId="{6A6CE88C-C1CC-4F3A-B486-05240001B6BF}" dt="2020-08-16T17:54:13.453" v="653" actId="6549"/>
          <ac:spMkLst>
            <pc:docMk/>
            <pc:sldMk cId="2829986162" sldId="287"/>
            <ac:spMk id="5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7:54:29.167" v="657" actId="1036"/>
          <ac:picMkLst>
            <pc:docMk/>
            <pc:sldMk cId="2829986162" sldId="287"/>
            <ac:picMk id="10242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7:55:23.973" v="666" actId="1076"/>
        <pc:sldMkLst>
          <pc:docMk/>
          <pc:sldMk cId="1866790028" sldId="288"/>
        </pc:sldMkLst>
        <pc:spChg chg="mod">
          <ac:chgData name="Dr. Deepak S Sakkari Assistant Professor( CSE)" userId="6d73bcb8-5d92-40b8-9132-40f6303b79fc" providerId="ADAL" clId="{6A6CE88C-C1CC-4F3A-B486-05240001B6BF}" dt="2020-08-16T17:55:16.732" v="665" actId="6549"/>
          <ac:spMkLst>
            <pc:docMk/>
            <pc:sldMk cId="1866790028" sldId="288"/>
            <ac:spMk id="5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7:55:23.973" v="666" actId="1076"/>
          <ac:picMkLst>
            <pc:docMk/>
            <pc:sldMk cId="1866790028" sldId="288"/>
            <ac:picMk id="11266" creationId="{00000000-0000-0000-0000-000000000000}"/>
          </ac:picMkLst>
        </pc:picChg>
      </pc:sldChg>
      <pc:sldChg chg="addSp modSp mod">
        <pc:chgData name="Dr. Deepak S Sakkari Assistant Professor( CSE)" userId="6d73bcb8-5d92-40b8-9132-40f6303b79fc" providerId="ADAL" clId="{6A6CE88C-C1CC-4F3A-B486-05240001B6BF}" dt="2020-08-16T17:58:28.723" v="747" actId="1035"/>
        <pc:sldMkLst>
          <pc:docMk/>
          <pc:sldMk cId="3266059444" sldId="289"/>
        </pc:sldMkLst>
        <pc:spChg chg="mod">
          <ac:chgData name="Dr. Deepak S Sakkari Assistant Professor( CSE)" userId="6d73bcb8-5d92-40b8-9132-40f6303b79fc" providerId="ADAL" clId="{6A6CE88C-C1CC-4F3A-B486-05240001B6BF}" dt="2020-08-16T17:57:17.871" v="672" actId="255"/>
          <ac:spMkLst>
            <pc:docMk/>
            <pc:sldMk cId="3266059444" sldId="289"/>
            <ac:spMk id="2" creationId="{00000000-0000-0000-0000-000000000000}"/>
          </ac:spMkLst>
        </pc:spChg>
        <pc:spChg chg="mod">
          <ac:chgData name="Dr. Deepak S Sakkari Assistant Professor( CSE)" userId="6d73bcb8-5d92-40b8-9132-40f6303b79fc" providerId="ADAL" clId="{6A6CE88C-C1CC-4F3A-B486-05240001B6BF}" dt="2020-08-16T17:57:45.493" v="677" actId="20577"/>
          <ac:spMkLst>
            <pc:docMk/>
            <pc:sldMk cId="3266059444" sldId="289"/>
            <ac:spMk id="3" creationId="{00000000-0000-0000-0000-000000000000}"/>
          </ac:spMkLst>
        </pc:spChg>
        <pc:picChg chg="add mod">
          <ac:chgData name="Dr. Deepak S Sakkari Assistant Professor( CSE)" userId="6d73bcb8-5d92-40b8-9132-40f6303b79fc" providerId="ADAL" clId="{6A6CE88C-C1CC-4F3A-B486-05240001B6BF}" dt="2020-08-16T17:58:28.723" v="747" actId="1035"/>
          <ac:picMkLst>
            <pc:docMk/>
            <pc:sldMk cId="3266059444" sldId="289"/>
            <ac:picMk id="7" creationId="{4226936F-2BC6-4083-B1A0-1A7E7C42EC5D}"/>
          </ac:picMkLst>
        </pc:picChg>
      </pc:sldChg>
      <pc:sldChg chg="del">
        <pc:chgData name="Dr. Deepak S Sakkari Assistant Professor( CSE)" userId="6d73bcb8-5d92-40b8-9132-40f6303b79fc" providerId="ADAL" clId="{6A6CE88C-C1CC-4F3A-B486-05240001B6BF}" dt="2020-08-16T17:58:42.160" v="748" actId="2696"/>
        <pc:sldMkLst>
          <pc:docMk/>
          <pc:sldMk cId="2059104741" sldId="290"/>
        </pc:sldMkLst>
      </pc:sldChg>
      <pc:sldChg chg="modSp mod">
        <pc:chgData name="Dr. Deepak S Sakkari Assistant Professor( CSE)" userId="6d73bcb8-5d92-40b8-9132-40f6303b79fc" providerId="ADAL" clId="{6A6CE88C-C1CC-4F3A-B486-05240001B6BF}" dt="2020-08-16T17:59:20.322" v="754" actId="1076"/>
        <pc:sldMkLst>
          <pc:docMk/>
          <pc:sldMk cId="3191863920" sldId="291"/>
        </pc:sldMkLst>
        <pc:spChg chg="mod">
          <ac:chgData name="Dr. Deepak S Sakkari Assistant Professor( CSE)" userId="6d73bcb8-5d92-40b8-9132-40f6303b79fc" providerId="ADAL" clId="{6A6CE88C-C1CC-4F3A-B486-05240001B6BF}" dt="2020-08-16T17:59:11.977" v="753" actId="404"/>
          <ac:spMkLst>
            <pc:docMk/>
            <pc:sldMk cId="3191863920" sldId="291"/>
            <ac:spMk id="3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7:59:20.322" v="754" actId="1076"/>
          <ac:picMkLst>
            <pc:docMk/>
            <pc:sldMk cId="3191863920" sldId="291"/>
            <ac:picMk id="13314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8:10:50.782" v="804" actId="255"/>
        <pc:sldMkLst>
          <pc:docMk/>
          <pc:sldMk cId="2904947208" sldId="292"/>
        </pc:sldMkLst>
        <pc:spChg chg="mod">
          <ac:chgData name="Dr. Deepak S Sakkari Assistant Professor( CSE)" userId="6d73bcb8-5d92-40b8-9132-40f6303b79fc" providerId="ADAL" clId="{6A6CE88C-C1CC-4F3A-B486-05240001B6BF}" dt="2020-08-16T18:10:50.782" v="804" actId="255"/>
          <ac:spMkLst>
            <pc:docMk/>
            <pc:sldMk cId="2904947208" sldId="292"/>
            <ac:spMk id="3" creationId="{00000000-0000-0000-0000-000000000000}"/>
          </ac:spMkLst>
        </pc:spChg>
      </pc:sldChg>
      <pc:sldChg chg="modSp mod">
        <pc:chgData name="Dr. Deepak S Sakkari Assistant Professor( CSE)" userId="6d73bcb8-5d92-40b8-9132-40f6303b79fc" providerId="ADAL" clId="{6A6CE88C-C1CC-4F3A-B486-05240001B6BF}" dt="2020-08-16T18:01:00.044" v="771" actId="1076"/>
        <pc:sldMkLst>
          <pc:docMk/>
          <pc:sldMk cId="1145221943" sldId="293"/>
        </pc:sldMkLst>
        <pc:spChg chg="mod">
          <ac:chgData name="Dr. Deepak S Sakkari Assistant Professor( CSE)" userId="6d73bcb8-5d92-40b8-9132-40f6303b79fc" providerId="ADAL" clId="{6A6CE88C-C1CC-4F3A-B486-05240001B6BF}" dt="2020-08-16T18:00:50.359" v="769" actId="948"/>
          <ac:spMkLst>
            <pc:docMk/>
            <pc:sldMk cId="1145221943" sldId="293"/>
            <ac:spMk id="3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8:00:54.771" v="770" actId="1076"/>
          <ac:picMkLst>
            <pc:docMk/>
            <pc:sldMk cId="1145221943" sldId="293"/>
            <ac:picMk id="14338" creationId="{00000000-0000-0000-0000-000000000000}"/>
          </ac:picMkLst>
        </pc:picChg>
        <pc:picChg chg="mod">
          <ac:chgData name="Dr. Deepak S Sakkari Assistant Professor( CSE)" userId="6d73bcb8-5d92-40b8-9132-40f6303b79fc" providerId="ADAL" clId="{6A6CE88C-C1CC-4F3A-B486-05240001B6BF}" dt="2020-08-16T18:01:00.044" v="771" actId="1076"/>
          <ac:picMkLst>
            <pc:docMk/>
            <pc:sldMk cId="1145221943" sldId="293"/>
            <ac:picMk id="14340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8:09:57.766" v="796" actId="313"/>
        <pc:sldMkLst>
          <pc:docMk/>
          <pc:sldMk cId="1457111660" sldId="294"/>
        </pc:sldMkLst>
        <pc:spChg chg="mod">
          <ac:chgData name="Dr. Deepak S Sakkari Assistant Professor( CSE)" userId="6d73bcb8-5d92-40b8-9132-40f6303b79fc" providerId="ADAL" clId="{6A6CE88C-C1CC-4F3A-B486-05240001B6BF}" dt="2020-08-16T18:09:57.766" v="796" actId="313"/>
          <ac:spMkLst>
            <pc:docMk/>
            <pc:sldMk cId="1457111660" sldId="294"/>
            <ac:spMk id="3" creationId="{00000000-0000-0000-0000-000000000000}"/>
          </ac:spMkLst>
        </pc:spChg>
      </pc:sldChg>
      <pc:sldChg chg="del">
        <pc:chgData name="Dr. Deepak S Sakkari Assistant Professor( CSE)" userId="6d73bcb8-5d92-40b8-9132-40f6303b79fc" providerId="ADAL" clId="{6A6CE88C-C1CC-4F3A-B486-05240001B6BF}" dt="2020-08-16T18:11:20.117" v="805" actId="2696"/>
        <pc:sldMkLst>
          <pc:docMk/>
          <pc:sldMk cId="3110987420" sldId="295"/>
        </pc:sldMkLst>
      </pc:sldChg>
      <pc:sldChg chg="modSp mod">
        <pc:chgData name="Dr. Deepak S Sakkari Assistant Professor( CSE)" userId="6d73bcb8-5d92-40b8-9132-40f6303b79fc" providerId="ADAL" clId="{6A6CE88C-C1CC-4F3A-B486-05240001B6BF}" dt="2020-08-16T18:11:54.808" v="811" actId="404"/>
        <pc:sldMkLst>
          <pc:docMk/>
          <pc:sldMk cId="2011300504" sldId="296"/>
        </pc:sldMkLst>
        <pc:spChg chg="mod">
          <ac:chgData name="Dr. Deepak S Sakkari Assistant Professor( CSE)" userId="6d73bcb8-5d92-40b8-9132-40f6303b79fc" providerId="ADAL" clId="{6A6CE88C-C1CC-4F3A-B486-05240001B6BF}" dt="2020-08-16T18:11:54.808" v="811" actId="404"/>
          <ac:spMkLst>
            <pc:docMk/>
            <pc:sldMk cId="2011300504" sldId="296"/>
            <ac:spMk id="3" creationId="{00000000-0000-0000-0000-000000000000}"/>
          </ac:spMkLst>
        </pc:spChg>
      </pc:sldChg>
      <pc:sldChg chg="modSp del mod">
        <pc:chgData name="Dr. Deepak S Sakkari Assistant Professor( CSE)" userId="6d73bcb8-5d92-40b8-9132-40f6303b79fc" providerId="ADAL" clId="{6A6CE88C-C1CC-4F3A-B486-05240001B6BF}" dt="2020-08-16T18:12:16.452" v="813" actId="2696"/>
        <pc:sldMkLst>
          <pc:docMk/>
          <pc:sldMk cId="422380363" sldId="297"/>
        </pc:sldMkLst>
        <pc:spChg chg="mod">
          <ac:chgData name="Dr. Deepak S Sakkari Assistant Professor( CSE)" userId="6d73bcb8-5d92-40b8-9132-40f6303b79fc" providerId="ADAL" clId="{6A6CE88C-C1CC-4F3A-B486-05240001B6BF}" dt="2020-08-16T18:11:47.295" v="808" actId="21"/>
          <ac:spMkLst>
            <pc:docMk/>
            <pc:sldMk cId="422380363" sldId="297"/>
            <ac:spMk id="3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8:12:10.728" v="812" actId="1076"/>
          <ac:picMkLst>
            <pc:docMk/>
            <pc:sldMk cId="422380363" sldId="297"/>
            <ac:picMk id="15363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8:12:35.971" v="818" actId="20577"/>
        <pc:sldMkLst>
          <pc:docMk/>
          <pc:sldMk cId="761635623" sldId="298"/>
        </pc:sldMkLst>
        <pc:spChg chg="mod">
          <ac:chgData name="Dr. Deepak S Sakkari Assistant Professor( CSE)" userId="6d73bcb8-5d92-40b8-9132-40f6303b79fc" providerId="ADAL" clId="{6A6CE88C-C1CC-4F3A-B486-05240001B6BF}" dt="2020-08-16T18:12:35.971" v="818" actId="20577"/>
          <ac:spMkLst>
            <pc:docMk/>
            <pc:sldMk cId="761635623" sldId="298"/>
            <ac:spMk id="3" creationId="{00000000-0000-0000-0000-000000000000}"/>
          </ac:spMkLst>
        </pc:spChg>
      </pc:sldChg>
      <pc:sldChg chg="modSp">
        <pc:chgData name="Dr. Deepak S Sakkari Assistant Professor( CSE)" userId="6d73bcb8-5d92-40b8-9132-40f6303b79fc" providerId="ADAL" clId="{6A6CE88C-C1CC-4F3A-B486-05240001B6BF}" dt="2020-08-16T18:13:08.143" v="858" actId="1035"/>
        <pc:sldMkLst>
          <pc:docMk/>
          <pc:sldMk cId="2659602100" sldId="299"/>
        </pc:sldMkLst>
        <pc:picChg chg="mod">
          <ac:chgData name="Dr. Deepak S Sakkari Assistant Professor( CSE)" userId="6d73bcb8-5d92-40b8-9132-40f6303b79fc" providerId="ADAL" clId="{6A6CE88C-C1CC-4F3A-B486-05240001B6BF}" dt="2020-08-16T18:13:08.143" v="858" actId="1035"/>
          <ac:picMkLst>
            <pc:docMk/>
            <pc:sldMk cId="2659602100" sldId="299"/>
            <ac:picMk id="16387" creationId="{00000000-0000-0000-0000-000000000000}"/>
          </ac:picMkLst>
        </pc:picChg>
      </pc:sldChg>
      <pc:sldChg chg="modSp">
        <pc:chgData name="Dr. Deepak S Sakkari Assistant Professor( CSE)" userId="6d73bcb8-5d92-40b8-9132-40f6303b79fc" providerId="ADAL" clId="{6A6CE88C-C1CC-4F3A-B486-05240001B6BF}" dt="2020-08-16T18:14:25.007" v="975" actId="732"/>
        <pc:sldMkLst>
          <pc:docMk/>
          <pc:sldMk cId="1639119821" sldId="300"/>
        </pc:sldMkLst>
        <pc:picChg chg="mod">
          <ac:chgData name="Dr. Deepak S Sakkari Assistant Professor( CSE)" userId="6d73bcb8-5d92-40b8-9132-40f6303b79fc" providerId="ADAL" clId="{6A6CE88C-C1CC-4F3A-B486-05240001B6BF}" dt="2020-08-16T18:14:25.007" v="975" actId="732"/>
          <ac:picMkLst>
            <pc:docMk/>
            <pc:sldMk cId="1639119821" sldId="300"/>
            <ac:picMk id="17410" creationId="{00000000-0000-0000-0000-000000000000}"/>
          </ac:picMkLst>
        </pc:picChg>
      </pc:sldChg>
      <pc:sldMasterChg chg="addSp delSp modSp mod modSldLayout">
        <pc:chgData name="Dr. Deepak S Sakkari Assistant Professor( CSE)" userId="6d73bcb8-5d92-40b8-9132-40f6303b79fc" providerId="ADAL" clId="{6A6CE88C-C1CC-4F3A-B486-05240001B6BF}" dt="2020-08-16T17:22:17.156" v="59" actId="2711"/>
        <pc:sldMasterMkLst>
          <pc:docMk/>
          <pc:sldMasterMk cId="2257922174" sldId="2147483684"/>
        </pc:sldMasterMkLst>
        <pc:spChg chg="del">
          <ac:chgData name="Dr. Deepak S Sakkari Assistant Professor( CSE)" userId="6d73bcb8-5d92-40b8-9132-40f6303b79fc" providerId="ADAL" clId="{6A6CE88C-C1CC-4F3A-B486-05240001B6BF}" dt="2020-08-16T17:18:55.997" v="14" actId="478"/>
          <ac:spMkLst>
            <pc:docMk/>
            <pc:sldMasterMk cId="2257922174" sldId="2147483684"/>
            <ac:spMk id="7" creationId="{00000000-0000-0000-0000-000000000000}"/>
          </ac:spMkLst>
        </pc:spChg>
        <pc:spChg chg="mod">
          <ac:chgData name="Dr. Deepak S Sakkari Assistant Professor( CSE)" userId="6d73bcb8-5d92-40b8-9132-40f6303b79fc" providerId="ADAL" clId="{6A6CE88C-C1CC-4F3A-B486-05240001B6BF}" dt="2020-08-16T17:22:09.695" v="58"/>
          <ac:spMkLst>
            <pc:docMk/>
            <pc:sldMasterMk cId="2257922174" sldId="2147483684"/>
            <ac:spMk id="1026" creationId="{00000000-0000-0000-0000-000000000000}"/>
          </ac:spMkLst>
        </pc:spChg>
        <pc:spChg chg="mod">
          <ac:chgData name="Dr. Deepak S Sakkari Assistant Professor( CSE)" userId="6d73bcb8-5d92-40b8-9132-40f6303b79fc" providerId="ADAL" clId="{6A6CE88C-C1CC-4F3A-B486-05240001B6BF}" dt="2020-08-16T17:22:17.156" v="59" actId="2711"/>
          <ac:spMkLst>
            <pc:docMk/>
            <pc:sldMasterMk cId="2257922174" sldId="2147483684"/>
            <ac:spMk id="1027" creationId="{00000000-0000-0000-0000-000000000000}"/>
          </ac:spMkLst>
        </pc:spChg>
        <pc:picChg chg="add">
          <ac:chgData name="Dr. Deepak S Sakkari Assistant Professor( CSE)" userId="6d73bcb8-5d92-40b8-9132-40f6303b79fc" providerId="ADAL" clId="{6A6CE88C-C1CC-4F3A-B486-05240001B6BF}" dt="2020-08-16T17:18:50.359" v="13" actId="22"/>
          <ac:picMkLst>
            <pc:docMk/>
            <pc:sldMasterMk cId="2257922174" sldId="2147483684"/>
            <ac:picMk id="2" creationId="{D556AC99-D25B-44D7-B4D4-56DFBA9A948D}"/>
          </ac:picMkLst>
        </pc:picChg>
        <pc:cxnChg chg="add mod">
          <ac:chgData name="Dr. Deepak S Sakkari Assistant Professor( CSE)" userId="6d73bcb8-5d92-40b8-9132-40f6303b79fc" providerId="ADAL" clId="{6A6CE88C-C1CC-4F3A-B486-05240001B6BF}" dt="2020-08-16T17:20:46.450" v="41" actId="692"/>
          <ac:cxnSpMkLst>
            <pc:docMk/>
            <pc:sldMasterMk cId="2257922174" sldId="2147483684"/>
            <ac:cxnSpMk id="9" creationId="{3B5F36A5-15D8-4D7C-9B1D-11E3C685F0D5}"/>
          </ac:cxnSpMkLst>
        </pc:cxnChg>
        <pc:sldLayoutChg chg="addSp modSp mod">
          <pc:chgData name="Dr. Deepak S Sakkari Assistant Professor( CSE)" userId="6d73bcb8-5d92-40b8-9132-40f6303b79fc" providerId="ADAL" clId="{6A6CE88C-C1CC-4F3A-B486-05240001B6BF}" dt="2020-08-16T17:18:26.126" v="12" actId="1036"/>
          <pc:sldLayoutMkLst>
            <pc:docMk/>
            <pc:sldMasterMk cId="2257922174" sldId="2147483684"/>
            <pc:sldLayoutMk cId="3379957623" sldId="2147483685"/>
          </pc:sldLayoutMkLst>
          <pc:picChg chg="add mod">
            <ac:chgData name="Dr. Deepak S Sakkari Assistant Professor( CSE)" userId="6d73bcb8-5d92-40b8-9132-40f6303b79fc" providerId="ADAL" clId="{6A6CE88C-C1CC-4F3A-B486-05240001B6BF}" dt="2020-08-16T17:18:26.126" v="12" actId="1036"/>
            <ac:picMkLst>
              <pc:docMk/>
              <pc:sldMasterMk cId="2257922174" sldId="2147483684"/>
              <pc:sldLayoutMk cId="3379957623" sldId="2147483685"/>
              <ac:picMk id="8" creationId="{EE652140-DF33-42B2-90EF-9E9B8553CD93}"/>
            </ac:picMkLst>
          </pc:pic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C24494-34C8-4B85-95EC-EFB8BC02FE7F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D0F90C-8AF4-4E3E-8FFD-30D2A3D62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80529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911B5A-781F-4560-A1CC-D59FB8C1A7F6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24ADE7-A6F4-4046-A847-5DCBEEEA6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811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24ADE7-A6F4-4046-A847-5DCBEEEA65F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980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AAC5A33-9226-4376-B906-4B0C7752F3F3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652140-DF33-42B2-90EF-9E9B8553CD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551"/>
          <a:stretch/>
        </p:blipFill>
        <p:spPr bwMode="auto">
          <a:xfrm>
            <a:off x="0" y="5616575"/>
            <a:ext cx="9144000" cy="124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9957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24AADF8-674F-4E37-AEDC-92DD750D1173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227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0B81AED-7B70-496A-A12E-823AEFD5C0BB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071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27E8D6D-3A91-4BD0-9248-7F8660A8F09B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585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5BBFFE7-CAC9-497A-AAF7-C2922785C649}" type="datetime1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612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E3908D-C920-449F-B38A-64963E2B48E8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603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EFBD9F8-5A17-427A-BB04-9A98943668E8}" type="datetime1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572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2DEC6A-E0EE-4392-B80F-E55C5E1190FC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676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2A688D0-D902-44CB-BD46-3F634243F429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432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95CB118-406F-4C5F-971C-D01C2075A44F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776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891AAB5-29E3-454A-8B27-82FAF9AA8D2C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411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306878"/>
            <a:ext cx="82296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110762"/>
            <a:ext cx="8229600" cy="4680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81075A-DF51-44C7-B71F-F968B902E6D0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556AC99-D25B-44D7-B4D4-56DFBA9A94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551"/>
          <a:stretch/>
        </p:blipFill>
        <p:spPr bwMode="auto">
          <a:xfrm>
            <a:off x="0" y="5616575"/>
            <a:ext cx="9144000" cy="124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B5F36A5-15D8-4D7C-9B1D-11E3C685F0D5}"/>
              </a:ext>
            </a:extLst>
          </p:cNvPr>
          <p:cNvCxnSpPr>
            <a:cxnSpLocks/>
          </p:cNvCxnSpPr>
          <p:nvPr userDrawn="1"/>
        </p:nvCxnSpPr>
        <p:spPr>
          <a:xfrm>
            <a:off x="72000" y="1066800"/>
            <a:ext cx="9000000" cy="0"/>
          </a:xfrm>
          <a:prstGeom prst="line">
            <a:avLst/>
          </a:prstGeom>
          <a:ln w="50800" cmpd="thinThick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7922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Bookman Old Style" panose="02050604050505020204" pitchFamily="18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Bookman Old Style" panose="02050604050505020204" pitchFamily="18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Bookman Old Style" panose="02050604050505020204" pitchFamily="18" charset="0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Bookman Old Style" panose="02050604050505020204" pitchFamily="18" charset="0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Bookman Old Style" panose="02050604050505020204" pitchFamily="18" charset="0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Bookman Old Style" panose="020506040505050202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6E4517-6C23-48B3-9024-02BD16E62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D99F73C4-29F8-4839-BE55-9531647113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2460" y="0"/>
            <a:ext cx="7779079" cy="130935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95994CEF-AC9F-45F1-B856-7E13245F08BF}"/>
              </a:ext>
            </a:extLst>
          </p:cNvPr>
          <p:cNvSpPr txBox="1">
            <a:spLocks/>
          </p:cNvSpPr>
          <p:nvPr/>
        </p:nvSpPr>
        <p:spPr bwMode="auto">
          <a:xfrm>
            <a:off x="0" y="1329546"/>
            <a:ext cx="9144000" cy="1219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none" lIns="63500" tIns="25400" rIns="63500" bIns="254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Bookman Old Style" panose="02050604050505020204" pitchFamily="18" charset="0"/>
                <a:ea typeface="+mj-ea"/>
                <a:cs typeface="+mj-cs"/>
              </a:defRPr>
            </a:lvl1pPr>
            <a:lvl2pPr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2pPr>
            <a:lvl3pPr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3pPr>
            <a:lvl4pPr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4pPr>
            <a:lvl5pPr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5pPr>
            <a:lvl6pPr marL="34290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6pPr>
            <a:lvl7pPr marL="68580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7pPr>
            <a:lvl8pPr marL="102870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8pPr>
            <a:lvl9pPr marL="137160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IN" sz="2800" dirty="0"/>
              <a:t>CLOUD COMPUTING FOR IOT-CIT3406</a:t>
            </a:r>
            <a:br>
              <a:rPr lang="en-IN" dirty="0"/>
            </a:br>
            <a:endParaRPr lang="en-IN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767D772C-CE7C-4E6F-8FFF-BDAD62483336}"/>
              </a:ext>
            </a:extLst>
          </p:cNvPr>
          <p:cNvSpPr txBox="1">
            <a:spLocks/>
          </p:cNvSpPr>
          <p:nvPr/>
        </p:nvSpPr>
        <p:spPr bwMode="auto">
          <a:xfrm>
            <a:off x="706474" y="5613718"/>
            <a:ext cx="7772400" cy="8996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normAutofit fontScale="92500" lnSpcReduction="10000"/>
          </a:bodyPr>
          <a:lstStyle>
            <a:lvl1pPr marL="152400" indent="-152400" algn="l" rtl="0" eaLnBrk="0" fontAlgn="base" hangingPunct="0">
              <a:lnSpc>
                <a:spcPct val="75000"/>
              </a:lnSpc>
              <a:spcBef>
                <a:spcPct val="65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1800" b="1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514350" indent="-142875" algn="l" rtl="0" eaLnBrk="0" fontAlgn="base" hangingPunct="0">
              <a:lnSpc>
                <a:spcPct val="85000"/>
              </a:lnSpc>
              <a:spcBef>
                <a:spcPct val="40000"/>
              </a:spcBef>
              <a:spcAft>
                <a:spcPct val="0"/>
              </a:spcAft>
              <a:buSzPct val="100000"/>
              <a:buFont typeface="Courier New" pitchFamily="49" charset="0"/>
              <a:buChar char="o"/>
              <a:defRPr sz="1800" b="1">
                <a:solidFill>
                  <a:schemeClr val="tx1"/>
                </a:solidFill>
                <a:latin typeface="Bookman Old Style" panose="02050604050505020204" pitchFamily="18" charset="0"/>
              </a:defRPr>
            </a:lvl2pPr>
            <a:lvl3pPr marL="942975" indent="-257175" algn="l" rtl="0" eaLnBrk="0" fontAlgn="base" hangingPunct="0">
              <a:lnSpc>
                <a:spcPct val="85000"/>
              </a:lnSpc>
              <a:spcBef>
                <a:spcPct val="4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sz="1800" b="1">
                <a:solidFill>
                  <a:schemeClr val="tx1"/>
                </a:solidFill>
                <a:latin typeface="Bookman Old Style" panose="02050604050505020204" pitchFamily="18" charset="0"/>
              </a:defRPr>
            </a:lvl3pPr>
            <a:lvl4pPr marL="12858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Bookman Old Style" panose="02050604050505020204" pitchFamily="18" charset="0"/>
              </a:defRPr>
            </a:lvl4pPr>
            <a:lvl5pPr marL="16287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Bookman Old Style" panose="02050604050505020204" pitchFamily="18" charset="0"/>
              </a:defRPr>
            </a:lvl5pPr>
            <a:lvl6pPr marL="1971675" indent="-25717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charset="0"/>
              </a:defRPr>
            </a:lvl6pPr>
            <a:lvl7pPr marL="2314575" indent="-25717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charset="0"/>
              </a:defRPr>
            </a:lvl7pPr>
            <a:lvl8pPr marL="2657475" indent="-25717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charset="0"/>
              </a:defRPr>
            </a:lvl8pPr>
            <a:lvl9pPr marL="3000375" indent="-25717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kern="0" dirty="0"/>
              <a:t>Department of Computer Science Engineering</a:t>
            </a: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3600" kern="0" dirty="0"/>
              <a:t>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3470910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E6803-EC4C-777A-EBF1-F2AE145017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9350" y="2480024"/>
            <a:ext cx="6851650" cy="1655239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Introduction to IoT</a:t>
            </a:r>
            <a:endParaRPr lang="en-IN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F2D802-EEE9-CC9C-DB4C-48149F90E3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19400" y="4800600"/>
            <a:ext cx="5825202" cy="822674"/>
          </a:xfrm>
        </p:spPr>
        <p:txBody>
          <a:bodyPr>
            <a:normAutofit fontScale="47500" lnSpcReduction="20000"/>
          </a:bodyPr>
          <a:lstStyle/>
          <a:p>
            <a:pPr algn="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by,</a:t>
            </a:r>
          </a:p>
          <a:p>
            <a:pPr algn="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Sharanya S</a:t>
            </a:r>
          </a:p>
          <a:p>
            <a:pPr algn="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</p:txBody>
      </p:sp>
    </p:spTree>
    <p:extLst>
      <p:ext uri="{BB962C8B-B14F-4D97-AF65-F5344CB8AC3E}">
        <p14:creationId xmlns:p14="http://schemas.microsoft.com/office/powerpoint/2010/main" val="2490961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343400"/>
          </a:xfrm>
        </p:spPr>
        <p:txBody>
          <a:bodyPr>
            <a:noAutofit/>
          </a:bodyPr>
          <a:lstStyle/>
          <a:p>
            <a:pPr marL="0" indent="0" algn="just">
              <a:spcBef>
                <a:spcPts val="910"/>
              </a:spcBef>
              <a:spcAft>
                <a:spcPts val="700"/>
              </a:spcAft>
              <a:buNone/>
            </a:pPr>
            <a:endParaRPr lang="en-US" sz="1200" b="1" dirty="0">
              <a:solidFill>
                <a:srgbClr val="00B050"/>
              </a:solidFill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IoT.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IoT fundamentals.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Simulation Environment.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Uno Architecture.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&amp; Actuators with Arduino.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Sensors working.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6290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763000" cy="4419600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IoT (Internet of Things)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of Things (IoT)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refers to the network of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interconnected physical devices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such as sensors, machines, vehicles, appliances, and other objects — that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collect, share, and exchange data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 the Internet.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devices are equipped with sensors, software, and connectivity, enabling them to interact with each other and with centralized systems to make smart decisions.</a:t>
            </a:r>
          </a:p>
          <a:p>
            <a:pPr marL="0" indent="0" algn="just">
              <a:lnSpc>
                <a:spcPct val="119000"/>
              </a:lnSpc>
              <a:buNone/>
            </a:pPr>
            <a:endParaRPr lang="en-IN" sz="2400" dirty="0">
              <a:solidFill>
                <a:srgbClr val="FF0000"/>
              </a:solidFill>
              <a:latin typeface="+mj-lt"/>
              <a:ea typeface="+mj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4893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0A026-7695-8873-A037-47DBFBCC3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IoT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5A70A-31CF-8DFF-0E8C-BCE327026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Devices/Sensors: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real-time data from the environment (e.g., temperature, humidity, motion).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DHT11 sensor for temperature and humidity.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Connectivity: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Devices send data to other devices or cloud platforms using communication technologies such as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Wi-Fi, Bluetooth, Zigbee, LoRa, or cellular (4G/5G)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collected data is processed using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microcontrollers, microprocessors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servers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extract meaningful information.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interact with the system through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apps, web dashboards, or alerts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and Analytics: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stored and analysed on cloud platforms (like AWS IoT, Google Cloud IoT) for better decision-making and automation.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1B780D-9487-7AD5-E9CE-4EB84B102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9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E3C0C-8D8E-AD9A-6A42-A71265C4D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407400" cy="4724400"/>
          </a:xfrm>
        </p:spPr>
        <p:txBody>
          <a:bodyPr/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Arduino IDE (and related tools)?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IDE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software environment used to write, compile, and upload programs (sketches) to Arduino and Arduino-compatible microcontroller boards. There are several related tools in the Arduino ecosystem: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Classic Arduino IDE (1.x)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simple, lightweight editor and uploader.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IDE 2.x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modernized editor with autocomplete, a better debugger integration (for supported cores), board/port selection UI improvements, and an integrated serial plotter/monitor.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CLI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command-line tool for automation, CI pipelines, and scriptable builds.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Third-party editors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(VS Code +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PlatformIO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Eclipse) — used for advanced projects and professional workflows.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355BE7-8501-8913-59A9-981278DB975B}"/>
              </a:ext>
            </a:extLst>
          </p:cNvPr>
          <p:cNvSpPr txBox="1"/>
          <p:nvPr/>
        </p:nvSpPr>
        <p:spPr>
          <a:xfrm>
            <a:off x="609600" y="371958"/>
            <a:ext cx="7239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Simulation Environment</a:t>
            </a:r>
          </a:p>
        </p:txBody>
      </p:sp>
    </p:spTree>
    <p:extLst>
      <p:ext uri="{BB962C8B-B14F-4D97-AF65-F5344CB8AC3E}">
        <p14:creationId xmlns:p14="http://schemas.microsoft.com/office/powerpoint/2010/main" val="965843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A461C-C19D-5079-E8F0-C27BE84FE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 Arduino Simulators:</a:t>
            </a:r>
          </a:p>
          <a:p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Tinkercad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Circuits (by Autodesk)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simple drag-and-drop circuit building and coding online.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Proteus Design Suite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professional simulation of circuits and sensors.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Fritzing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helps visualize circuit layouts.</a:t>
            </a:r>
          </a:p>
          <a:p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Wokwi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web-based simulator supporting sensors, ESP32, Raspberry Pi, etc.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of Simulation: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Arduino codes virtually.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sensor and actuator operations.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 programs before using actual components.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cost and time in project development.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51D7D5-4988-A0E0-B87A-BDAC8FCA3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697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A8AE9-95E3-4FB7-7E06-FBBF8A0B3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Uno Architecture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E6E84-1386-1A7C-89D5-53ACA4847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Uno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one of the most popular microcontroller boards used for IoT and embedded system projects.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based on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ATmega328P microcontroller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is used to control sensors, actuators, and IoT devices.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0B40D0-4AA2-BF35-58FB-633A84FDB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66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3D3C4-85FF-90A9-B9D1-5F528EA82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Uno Architecture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FE1442-D6FD-FDC4-EE0A-D90C4A6FEB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7700" y="1143000"/>
            <a:ext cx="7848600" cy="4572000"/>
          </a:xfrm>
          <a:prstGeom prst="rect">
            <a:avLst/>
          </a:prstGeom>
        </p:spPr>
      </p:pic>
      <p:sp>
        <p:nvSpPr>
          <p:cNvPr id="4" name="AutoShape 2" descr="Lightbox">
            <a:extLst>
              <a:ext uri="{FF2B5EF4-FFF2-40B4-BE49-F238E27FC236}">
                <a16:creationId xmlns:a16="http://schemas.microsoft.com/office/drawing/2014/main" id="{F709E50A-D10C-C65C-8AE2-E6D1FD53DD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9585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BE97A51F-19DE-DD3E-68DB-515B443068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7159129"/>
              </p:ext>
            </p:extLst>
          </p:nvPr>
        </p:nvGraphicFramePr>
        <p:xfrm>
          <a:off x="457200" y="990600"/>
          <a:ext cx="8229600" cy="4982094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3338005104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643550387"/>
                    </a:ext>
                  </a:extLst>
                </a:gridCol>
              </a:tblGrid>
              <a:tr h="312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 / Function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0683230"/>
                  </a:ext>
                </a:extLst>
              </a:tr>
              <a:tr h="5461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Microcontroller (ATmega328P)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“brain” of the board – executes the program.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7340555"/>
                  </a:ext>
                </a:extLst>
              </a:tr>
              <a:tr h="5403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Digital I/O Pins (0–13)</a:t>
                      </a:r>
                      <a:endParaRPr lang="pt-BR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to read or send digital signals (HIGH/LOW).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7425087"/>
                  </a:ext>
                </a:extLst>
              </a:tr>
              <a:tr h="5403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Analog Input Pins (A0–A5)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to read analog signals (e.g., sensor values).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8023147"/>
                  </a:ext>
                </a:extLst>
              </a:tr>
              <a:tr h="5403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PWM Pins (3,5,6,9,10,11)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 variable voltage output – control motors or LEDs brightness.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5820810"/>
                  </a:ext>
                </a:extLst>
              </a:tr>
              <a:tr h="312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Pins (3.3V, 5V, GND, VIN)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 power to sensors and modules.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4427794"/>
                  </a:ext>
                </a:extLst>
              </a:tr>
              <a:tr h="5403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USB Port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for uploading code and power supply.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3775726"/>
                  </a:ext>
                </a:extLst>
              </a:tr>
              <a:tr h="312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Crystal Oscillator (16 MHz)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timing to the microcontroller.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53562"/>
                  </a:ext>
                </a:extLst>
              </a:tr>
              <a:tr h="5403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Reset Button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Restarts the program running on the Arduino.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4607106"/>
                  </a:ext>
                </a:extLst>
              </a:tr>
              <a:tr h="5403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ICSP Header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for firmware uploading and advanced programming.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7963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8783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7EEA7-3D72-A621-1BFF-7777C59F2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 and Actuators with Arduino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11B8D-EBEB-EDFE-1E4F-E64DBB646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Sensors used with Arduino: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B4430C-0CE2-E030-A74D-87DA2618A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EE4CC35-0B8C-0C83-6B09-770CE6B7A6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7400268"/>
              </p:ext>
            </p:extLst>
          </p:nvPr>
        </p:nvGraphicFramePr>
        <p:xfrm>
          <a:off x="474133" y="1759337"/>
          <a:ext cx="8229600" cy="36880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47538263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4172502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3468409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9773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Temperature Sensor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DHT11, LM35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Measures temperature.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7927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Ultrasonic Sensor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HC-SR04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Measures distance using sound waves.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6643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Motion Sensor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PIR sensor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Detects motion or movement.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70664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 Sensor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LDR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Detects light intensity.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351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Gas Sensor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MQ2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Detects gases like CO₂, LPG, smoke.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433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Humidity Sensor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DHT11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Measures air moisture.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20091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274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D171D-11FD-2583-81BA-079FC4187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Actuators: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9613A6-5A2B-DD4D-9C16-DA03954F4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267865D-0A75-A4A7-5B46-04543E917F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3154310"/>
              </p:ext>
            </p:extLst>
          </p:nvPr>
        </p:nvGraphicFramePr>
        <p:xfrm>
          <a:off x="457200" y="2125345"/>
          <a:ext cx="8229600" cy="28956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816937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18825863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9345812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34205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Motor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DC Motor, Servo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Rotates or moves mechanical parts.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8900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LEDs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 indicators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 output signals or alerts.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33984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Buzzer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Sound actuator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Produces alert sounds.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8308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Relay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Switch actuator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Controls high-voltage devices (fans, lamps).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3904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766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73222-C884-122F-63A1-11684E85F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Flow of Sensors &amp; Actuators with Arduino: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senses environmental data (like temperature).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processes the signal using its microcontroller.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Actuator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performs an action (e.g., turns on fan if temperature &gt; threshold).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DHT11 sensor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&gt; 30°C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Arduino sends a signal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turn ON the fan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relay actuator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F90DFE-507B-727C-F51D-D142C9F29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222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A470E-EBE4-FC11-18E4-850BEE207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45603"/>
            <a:ext cx="8229600" cy="88631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Sensor Working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443E0-86DC-193A-F4B3-F1B4015F3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Working Principle of a Sensor: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Sensing Element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detects physical change (light, heat, motion).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Transducer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converts it into an electrical signal (voltage or current).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Conditioning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amplifies or filters the signal for better accuracy.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 Interface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Arduino reads the sensor’s output and processes it.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156C3C-F35A-8AAD-F42E-8C94B65AE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069587"/>
      </p:ext>
    </p:extLst>
  </p:cSld>
  <p:clrMapOvr>
    <a:masterClrMapping/>
  </p:clrMapOvr>
</p:sld>
</file>

<file path=ppt/theme/theme1.xml><?xml version="1.0" encoding="utf-8"?>
<a:theme xmlns:a="http://schemas.openxmlformats.org/drawingml/2006/main" name="Thiru_Regular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iru_Regular" id="{8307898E-903F-4964-A0DF-A6DCECB060AB}" vid="{55A8074A-D5AE-4568-A496-E28AC65B10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E1AEB670CCFE46865912AB4E24E901" ma:contentTypeVersion="0" ma:contentTypeDescription="Create a new document." ma:contentTypeScope="" ma:versionID="6732b4f8ecfde5dd9545f59cf2ba6fc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D170340-60A2-4115-BFF7-5F5B2EADF7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5DFE7C8-44AE-4CA0-BC1C-D7A115A2224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0FDA373-D5CF-4F0F-A826-9892AA050C9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3942</TotalTime>
  <Words>908</Words>
  <Application>Microsoft Office PowerPoint</Application>
  <PresentationFormat>On-screen Show (4:3)</PresentationFormat>
  <Paragraphs>130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Bookman Old Style</vt:lpstr>
      <vt:lpstr>Calibri</vt:lpstr>
      <vt:lpstr>Cambria</vt:lpstr>
      <vt:lpstr>Times New Roman</vt:lpstr>
      <vt:lpstr>Wingdings</vt:lpstr>
      <vt:lpstr>Thiru_Regular</vt:lpstr>
      <vt:lpstr>PowerPoint Presentation</vt:lpstr>
      <vt:lpstr>Module 1: Introduction to IoT</vt:lpstr>
      <vt:lpstr>Contents</vt:lpstr>
      <vt:lpstr>Introduction</vt:lpstr>
      <vt:lpstr>Understanding IoT Fundamentals</vt:lpstr>
      <vt:lpstr>PowerPoint Presentation</vt:lpstr>
      <vt:lpstr>PowerPoint Presentation</vt:lpstr>
      <vt:lpstr>Arduino Uno Architecture </vt:lpstr>
      <vt:lpstr>Arduino Uno Architecture </vt:lpstr>
      <vt:lpstr>PowerPoint Presentation</vt:lpstr>
      <vt:lpstr>Sensors and Actuators with Arduino</vt:lpstr>
      <vt:lpstr>PowerPoint Presentation</vt:lpstr>
      <vt:lpstr>PowerPoint Presentation</vt:lpstr>
      <vt:lpstr>Overview of Sensor Working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Thiruselvan Subramanian</dc:creator>
  <cp:lastModifiedBy>Sharanya Salian</cp:lastModifiedBy>
  <cp:revision>327</cp:revision>
  <dcterms:created xsi:type="dcterms:W3CDTF">2006-08-16T00:00:00Z</dcterms:created>
  <dcterms:modified xsi:type="dcterms:W3CDTF">2025-11-28T08:06:39Z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0x01010010E1AEB670CCFE46865912AB4E24E901</vt:lpwstr>
  </property>
</Properties>
</file>