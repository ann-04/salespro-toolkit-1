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6"/>
  </p:notesMasterIdLst>
  <p:handoutMasterIdLst>
    <p:handoutMasterId r:id="rId27"/>
  </p:handoutMasterIdLst>
  <p:sldIdLst>
    <p:sldId id="256" r:id="rId5"/>
    <p:sldId id="469" r:id="rId6"/>
    <p:sldId id="426" r:id="rId7"/>
    <p:sldId id="465" r:id="rId8"/>
    <p:sldId id="470" r:id="rId9"/>
    <p:sldId id="263" r:id="rId10"/>
    <p:sldId id="472" r:id="rId11"/>
    <p:sldId id="473" r:id="rId12"/>
    <p:sldId id="476" r:id="rId13"/>
    <p:sldId id="478" r:id="rId14"/>
    <p:sldId id="477" r:id="rId15"/>
    <p:sldId id="479" r:id="rId16"/>
    <p:sldId id="480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eepak S Sakkari Assistant Professor( CSE)" userId="6d73bcb8-5d92-40b8-9132-40f6303b79fc" providerId="ADAL" clId="{6A6CE88C-C1CC-4F3A-B486-05240001B6BF}"/>
    <pc:docChg chg="undo custSel delSld modSld modMainMaster">
      <pc:chgData name="Dr. Deepak S Sakkari Assistant Professor( CSE)" userId="6d73bcb8-5d92-40b8-9132-40f6303b79fc" providerId="ADAL" clId="{6A6CE88C-C1CC-4F3A-B486-05240001B6BF}" dt="2020-08-16T18:15:17.333" v="987" actId="1038"/>
      <pc:docMkLst>
        <pc:docMk/>
      </pc:docMkLst>
      <pc:sldChg chg="modSp">
        <pc:chgData name="Dr. Deepak S Sakkari Assistant Professor( CSE)" userId="6d73bcb8-5d92-40b8-9132-40f6303b79fc" providerId="ADAL" clId="{6A6CE88C-C1CC-4F3A-B486-05240001B6BF}" dt="2020-08-16T17:23:01.850" v="61" actId="404"/>
        <pc:sldMkLst>
          <pc:docMk/>
          <pc:sldMk cId="644196155" sldId="257"/>
        </pc:sldMkLst>
        <pc:spChg chg="mod">
          <ac:chgData name="Dr. Deepak S Sakkari Assistant Professor( CSE)" userId="6d73bcb8-5d92-40b8-9132-40f6303b79fc" providerId="ADAL" clId="{6A6CE88C-C1CC-4F3A-B486-05240001B6BF}" dt="2020-08-16T17:23:01.850" v="61" actId="404"/>
          <ac:spMkLst>
            <pc:docMk/>
            <pc:sldMk cId="644196155" sldId="257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29:27.503" v="93" actId="948"/>
        <pc:sldMkLst>
          <pc:docMk/>
          <pc:sldMk cId="799294713" sldId="258"/>
        </pc:sldMkLst>
        <pc:spChg chg="mod">
          <ac:chgData name="Dr. Deepak S Sakkari Assistant Professor( CSE)" userId="6d73bcb8-5d92-40b8-9132-40f6303b79fc" providerId="ADAL" clId="{6A6CE88C-C1CC-4F3A-B486-05240001B6BF}" dt="2020-08-16T17:29:27.503" v="93" actId="948"/>
          <ac:spMkLst>
            <pc:docMk/>
            <pc:sldMk cId="799294713" sldId="258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7:29:41.157" v="94" actId="2696"/>
        <pc:sldMkLst>
          <pc:docMk/>
          <pc:sldMk cId="2963534272" sldId="259"/>
        </pc:sldMkLst>
        <pc:spChg chg="mod">
          <ac:chgData name="Dr. Deepak S Sakkari Assistant Professor( CSE)" userId="6d73bcb8-5d92-40b8-9132-40f6303b79fc" providerId="ADAL" clId="{6A6CE88C-C1CC-4F3A-B486-05240001B6BF}" dt="2020-08-16T17:28:28.561" v="87" actId="21"/>
          <ac:spMkLst>
            <pc:docMk/>
            <pc:sldMk cId="2963534272" sldId="259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0:03.381" v="98" actId="20577"/>
        <pc:sldMkLst>
          <pc:docMk/>
          <pc:sldMk cId="3981172752" sldId="260"/>
        </pc:sldMkLst>
        <pc:spChg chg="mod">
          <ac:chgData name="Dr. Deepak S Sakkari Assistant Professor( CSE)" userId="6d73bcb8-5d92-40b8-9132-40f6303b79fc" providerId="ADAL" clId="{6A6CE88C-C1CC-4F3A-B486-05240001B6BF}" dt="2020-08-16T17:30:03.381" v="98" actId="20577"/>
          <ac:spMkLst>
            <pc:docMk/>
            <pc:sldMk cId="3981172752" sldId="260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0:44.627" v="99" actId="2696"/>
        <pc:sldMkLst>
          <pc:docMk/>
          <pc:sldMk cId="3009021097" sldId="261"/>
        </pc:sldMkLst>
        <pc:spChg chg="mod">
          <ac:chgData name="Dr. Deepak S Sakkari Assistant Professor( CSE)" userId="6d73bcb8-5d92-40b8-9132-40f6303b79fc" providerId="ADAL" clId="{6A6CE88C-C1CC-4F3A-B486-05240001B6BF}" dt="2020-08-16T17:24:40.253" v="69" actId="404"/>
          <ac:spMkLst>
            <pc:docMk/>
            <pc:sldMk cId="3009021097" sldId="26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24:56.926" v="72" actId="404"/>
        <pc:sldMkLst>
          <pc:docMk/>
          <pc:sldMk cId="1345660431" sldId="262"/>
        </pc:sldMkLst>
        <pc:spChg chg="mod">
          <ac:chgData name="Dr. Deepak S Sakkari Assistant Professor( CSE)" userId="6d73bcb8-5d92-40b8-9132-40f6303b79fc" providerId="ADAL" clId="{6A6CE88C-C1CC-4F3A-B486-05240001B6BF}" dt="2020-08-16T17:24:56.926" v="72" actId="404"/>
          <ac:spMkLst>
            <pc:docMk/>
            <pc:sldMk cId="1345660431" sldId="26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2:48.352" v="105" actId="20577"/>
        <pc:sldMkLst>
          <pc:docMk/>
          <pc:sldMk cId="2264661524" sldId="263"/>
        </pc:sldMkLst>
        <pc:spChg chg="mod">
          <ac:chgData name="Dr. Deepak S Sakkari Assistant Professor( CSE)" userId="6d73bcb8-5d92-40b8-9132-40f6303b79fc" providerId="ADAL" clId="{6A6CE88C-C1CC-4F3A-B486-05240001B6BF}" dt="2020-08-16T17:32:48.352" v="105" actId="20577"/>
          <ac:spMkLst>
            <pc:docMk/>
            <pc:sldMk cId="2264661524" sldId="263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3:55.233" v="118" actId="20577"/>
        <pc:sldMkLst>
          <pc:docMk/>
          <pc:sldMk cId="2700791281" sldId="264"/>
        </pc:sldMkLst>
        <pc:spChg chg="mod">
          <ac:chgData name="Dr. Deepak S Sakkari Assistant Professor( CSE)" userId="6d73bcb8-5d92-40b8-9132-40f6303b79fc" providerId="ADAL" clId="{6A6CE88C-C1CC-4F3A-B486-05240001B6BF}" dt="2020-08-16T17:33:55.233" v="118" actId="20577"/>
          <ac:spMkLst>
            <pc:docMk/>
            <pc:sldMk cId="2700791281" sldId="264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4:31.051" v="119" actId="2696"/>
        <pc:sldMkLst>
          <pc:docMk/>
          <pc:sldMk cId="656789598" sldId="265"/>
        </pc:sldMkLst>
        <pc:spChg chg="mod">
          <ac:chgData name="Dr. Deepak S Sakkari Assistant Professor( CSE)" userId="6d73bcb8-5d92-40b8-9132-40f6303b79fc" providerId="ADAL" clId="{6A6CE88C-C1CC-4F3A-B486-05240001B6BF}" dt="2020-08-16T17:33:11.076" v="108" actId="404"/>
          <ac:spMkLst>
            <pc:docMk/>
            <pc:sldMk cId="656789598" sldId="265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34:51.629" v="123" actId="1076"/>
        <pc:sldMkLst>
          <pc:docMk/>
          <pc:sldMk cId="1334666043" sldId="266"/>
        </pc:sldMkLst>
        <pc:spChg chg="mod">
          <ac:chgData name="Dr. Deepak S Sakkari Assistant Professor( CSE)" userId="6d73bcb8-5d92-40b8-9132-40f6303b79fc" providerId="ADAL" clId="{6A6CE88C-C1CC-4F3A-B486-05240001B6BF}" dt="2020-08-16T17:34:45.323" v="122" actId="404"/>
          <ac:spMkLst>
            <pc:docMk/>
            <pc:sldMk cId="1334666043" sldId="266"/>
            <ac:spMk id="7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34:51.629" v="123" actId="1076"/>
          <ac:picMkLst>
            <pc:docMk/>
            <pc:sldMk cId="1334666043" sldId="266"/>
            <ac:picMk id="102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1:22.280" v="339" actId="1076"/>
        <pc:sldMkLst>
          <pc:docMk/>
          <pc:sldMk cId="3898763255" sldId="267"/>
        </pc:sldMkLst>
        <pc:graphicFrameChg chg="mod modGraphic">
          <ac:chgData name="Dr. Deepak S Sakkari Assistant Professor( CSE)" userId="6d73bcb8-5d92-40b8-9132-40f6303b79fc" providerId="ADAL" clId="{6A6CE88C-C1CC-4F3A-B486-05240001B6BF}" dt="2020-08-16T17:41:22.280" v="339" actId="1076"/>
          <ac:graphicFrameMkLst>
            <pc:docMk/>
            <pc:sldMk cId="3898763255" sldId="267"/>
            <ac:graphicFrameMk id="5" creationId="{00000000-0000-0000-0000-000000000000}"/>
          </ac:graphicFrameMkLst>
        </pc:graphicFrameChg>
      </pc:sldChg>
      <pc:sldChg chg="modSp">
        <pc:chgData name="Dr. Deepak S Sakkari Assistant Professor( CSE)" userId="6d73bcb8-5d92-40b8-9132-40f6303b79fc" providerId="ADAL" clId="{6A6CE88C-C1CC-4F3A-B486-05240001B6BF}" dt="2020-08-16T17:41:32.429" v="342" actId="404"/>
        <pc:sldMkLst>
          <pc:docMk/>
          <pc:sldMk cId="201611570" sldId="268"/>
        </pc:sldMkLst>
        <pc:spChg chg="mod">
          <ac:chgData name="Dr. Deepak S Sakkari Assistant Professor( CSE)" userId="6d73bcb8-5d92-40b8-9132-40f6303b79fc" providerId="ADAL" clId="{6A6CE88C-C1CC-4F3A-B486-05240001B6BF}" dt="2020-08-16T17:41:32.429" v="342" actId="404"/>
          <ac:spMkLst>
            <pc:docMk/>
            <pc:sldMk cId="201611570" sldId="26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1:50.936" v="345" actId="404"/>
        <pc:sldMkLst>
          <pc:docMk/>
          <pc:sldMk cId="3824667293" sldId="269"/>
        </pc:sldMkLst>
        <pc:spChg chg="mod">
          <ac:chgData name="Dr. Deepak S Sakkari Assistant Professor( CSE)" userId="6d73bcb8-5d92-40b8-9132-40f6303b79fc" providerId="ADAL" clId="{6A6CE88C-C1CC-4F3A-B486-05240001B6BF}" dt="2020-08-16T17:41:50.936" v="345" actId="404"/>
          <ac:spMkLst>
            <pc:docMk/>
            <pc:sldMk cId="3824667293" sldId="269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5:17.333" v="987" actId="1038"/>
        <pc:sldMkLst>
          <pc:docMk/>
          <pc:sldMk cId="2570284336" sldId="270"/>
        </pc:sldMkLst>
        <pc:spChg chg="mod">
          <ac:chgData name="Dr. Deepak S Sakkari Assistant Professor( CSE)" userId="6d73bcb8-5d92-40b8-9132-40f6303b79fc" providerId="ADAL" clId="{6A6CE88C-C1CC-4F3A-B486-05240001B6BF}" dt="2020-08-16T17:42:42.286" v="352"/>
          <ac:spMkLst>
            <pc:docMk/>
            <pc:sldMk cId="2570284336" sldId="270"/>
            <ac:spMk id="2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5:17.333" v="987" actId="1038"/>
          <ac:picMkLst>
            <pc:docMk/>
            <pc:sldMk cId="2570284336" sldId="270"/>
            <ac:picMk id="9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7:44:40.982" v="376" actId="255"/>
        <pc:sldMkLst>
          <pc:docMk/>
          <pc:sldMk cId="564986561" sldId="271"/>
        </pc:sldMkLst>
        <pc:spChg chg="mod">
          <ac:chgData name="Dr. Deepak S Sakkari Assistant Professor( CSE)" userId="6d73bcb8-5d92-40b8-9132-40f6303b79fc" providerId="ADAL" clId="{6A6CE88C-C1CC-4F3A-B486-05240001B6BF}" dt="2020-08-16T17:44:40.982" v="376" actId="255"/>
          <ac:spMkLst>
            <pc:docMk/>
            <pc:sldMk cId="564986561" sldId="27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2:04.443" v="348" actId="404"/>
        <pc:sldMkLst>
          <pc:docMk/>
          <pc:sldMk cId="1620829824" sldId="272"/>
        </pc:sldMkLst>
        <pc:spChg chg="mod">
          <ac:chgData name="Dr. Deepak S Sakkari Assistant Professor( CSE)" userId="6d73bcb8-5d92-40b8-9132-40f6303b79fc" providerId="ADAL" clId="{6A6CE88C-C1CC-4F3A-B486-05240001B6BF}" dt="2020-08-16T17:42:04.443" v="348" actId="404"/>
          <ac:spMkLst>
            <pc:docMk/>
            <pc:sldMk cId="1620829824" sldId="272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54.672" v="373" actId="1036"/>
        <pc:sldMkLst>
          <pc:docMk/>
          <pc:sldMk cId="1806056552" sldId="273"/>
        </pc:sldMkLst>
        <pc:spChg chg="mod">
          <ac:chgData name="Dr. Deepak S Sakkari Assistant Professor( CSE)" userId="6d73bcb8-5d92-40b8-9132-40f6303b79fc" providerId="ADAL" clId="{6A6CE88C-C1CC-4F3A-B486-05240001B6BF}" dt="2020-08-16T17:43:54.672" v="373" actId="1036"/>
          <ac:spMkLst>
            <pc:docMk/>
            <pc:sldMk cId="1806056552" sldId="273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06.513" v="365" actId="1035"/>
        <pc:sldMkLst>
          <pc:docMk/>
          <pc:sldMk cId="3262299342" sldId="274"/>
        </pc:sldMkLst>
        <pc:spChg chg="mod">
          <ac:chgData name="Dr. Deepak S Sakkari Assistant Professor( CSE)" userId="6d73bcb8-5d92-40b8-9132-40f6303b79fc" providerId="ADAL" clId="{6A6CE88C-C1CC-4F3A-B486-05240001B6BF}" dt="2020-08-16T17:43:06.513" v="365" actId="1035"/>
          <ac:spMkLst>
            <pc:docMk/>
            <pc:sldMk cId="3262299342" sldId="27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7:43:28.398" v="366" actId="2696"/>
        <pc:sldMkLst>
          <pc:docMk/>
          <pc:sldMk cId="719903367" sldId="275"/>
        </pc:sldMkLst>
      </pc:sldChg>
      <pc:sldChg chg="modSp">
        <pc:chgData name="Dr. Deepak S Sakkari Assistant Professor( CSE)" userId="6d73bcb8-5d92-40b8-9132-40f6303b79fc" providerId="ADAL" clId="{6A6CE88C-C1CC-4F3A-B486-05240001B6BF}" dt="2020-08-16T17:44:51.369" v="378" actId="404"/>
        <pc:sldMkLst>
          <pc:docMk/>
          <pc:sldMk cId="1089540773" sldId="276"/>
        </pc:sldMkLst>
        <pc:spChg chg="mod">
          <ac:chgData name="Dr. Deepak S Sakkari Assistant Professor( CSE)" userId="6d73bcb8-5d92-40b8-9132-40f6303b79fc" providerId="ADAL" clId="{6A6CE88C-C1CC-4F3A-B486-05240001B6BF}" dt="2020-08-16T17:44:51.369" v="378" actId="404"/>
          <ac:spMkLst>
            <pc:docMk/>
            <pc:sldMk cId="1089540773" sldId="276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07.183" v="381" actId="404"/>
        <pc:sldMkLst>
          <pc:docMk/>
          <pc:sldMk cId="2289095124" sldId="277"/>
        </pc:sldMkLst>
        <pc:spChg chg="mod">
          <ac:chgData name="Dr. Deepak S Sakkari Assistant Professor( CSE)" userId="6d73bcb8-5d92-40b8-9132-40f6303b79fc" providerId="ADAL" clId="{6A6CE88C-C1CC-4F3A-B486-05240001B6BF}" dt="2020-08-16T17:45:07.183" v="381" actId="404"/>
          <ac:spMkLst>
            <pc:docMk/>
            <pc:sldMk cId="2289095124" sldId="277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42.725" v="502" actId="1076"/>
        <pc:sldMkLst>
          <pc:docMk/>
          <pc:sldMk cId="627609005" sldId="278"/>
        </pc:sldMkLst>
        <pc:picChg chg="mod">
          <ac:chgData name="Dr. Deepak S Sakkari Assistant Professor( CSE)" userId="6d73bcb8-5d92-40b8-9132-40f6303b79fc" providerId="ADAL" clId="{6A6CE88C-C1CC-4F3A-B486-05240001B6BF}" dt="2020-08-16T17:45:42.725" v="502" actId="1076"/>
          <ac:picMkLst>
            <pc:docMk/>
            <pc:sldMk cId="627609005" sldId="278"/>
            <ac:picMk id="205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6:51.247" v="511" actId="20577"/>
        <pc:sldMkLst>
          <pc:docMk/>
          <pc:sldMk cId="3001868645" sldId="279"/>
        </pc:sldMkLst>
        <pc:spChg chg="mod">
          <ac:chgData name="Dr. Deepak S Sakkari Assistant Professor( CSE)" userId="6d73bcb8-5d92-40b8-9132-40f6303b79fc" providerId="ADAL" clId="{6A6CE88C-C1CC-4F3A-B486-05240001B6BF}" dt="2020-08-16T17:46:51.247" v="511" actId="20577"/>
          <ac:spMkLst>
            <pc:docMk/>
            <pc:sldMk cId="3001868645" sldId="279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6:47.816" v="510" actId="1076"/>
          <ac:picMkLst>
            <pc:docMk/>
            <pc:sldMk cId="3001868645" sldId="279"/>
            <ac:picMk id="307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9:31.679" v="532" actId="1037"/>
        <pc:sldMkLst>
          <pc:docMk/>
          <pc:sldMk cId="3359797835" sldId="280"/>
        </pc:sldMkLst>
        <pc:spChg chg="mod">
          <ac:chgData name="Dr. Deepak S Sakkari Assistant Professor( CSE)" userId="6d73bcb8-5d92-40b8-9132-40f6303b79fc" providerId="ADAL" clId="{6A6CE88C-C1CC-4F3A-B486-05240001B6BF}" dt="2020-08-16T17:49:21.636" v="529" actId="948"/>
          <ac:spMkLst>
            <pc:docMk/>
            <pc:sldMk cId="3359797835" sldId="280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9:31.679" v="532" actId="1037"/>
          <ac:picMkLst>
            <pc:docMk/>
            <pc:sldMk cId="3359797835" sldId="280"/>
            <ac:picMk id="409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0:36.290" v="541" actId="1076"/>
        <pc:sldMkLst>
          <pc:docMk/>
          <pc:sldMk cId="3154839297" sldId="281"/>
        </pc:sldMkLst>
        <pc:spChg chg="mod">
          <ac:chgData name="Dr. Deepak S Sakkari Assistant Professor( CSE)" userId="6d73bcb8-5d92-40b8-9132-40f6303b79fc" providerId="ADAL" clId="{6A6CE88C-C1CC-4F3A-B486-05240001B6BF}" dt="2020-08-16T17:50:31.162" v="540" actId="404"/>
          <ac:spMkLst>
            <pc:docMk/>
            <pc:sldMk cId="3154839297" sldId="281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0:36.290" v="541" actId="1076"/>
          <ac:picMkLst>
            <pc:docMk/>
            <pc:sldMk cId="3154839297" sldId="281"/>
            <ac:picMk id="512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15.441" v="573" actId="1076"/>
        <pc:sldMkLst>
          <pc:docMk/>
          <pc:sldMk cId="513573365" sldId="282"/>
        </pc:sldMkLst>
        <pc:spChg chg="mod">
          <ac:chgData name="Dr. Deepak S Sakkari Assistant Professor( CSE)" userId="6d73bcb8-5d92-40b8-9132-40f6303b79fc" providerId="ADAL" clId="{6A6CE88C-C1CC-4F3A-B486-05240001B6BF}" dt="2020-08-16T17:50:54.056" v="545" actId="20577"/>
          <ac:spMkLst>
            <pc:docMk/>
            <pc:sldMk cId="513573365" sldId="282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15.441" v="573" actId="1076"/>
          <ac:picMkLst>
            <pc:docMk/>
            <pc:sldMk cId="513573365" sldId="282"/>
            <ac:picMk id="6146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53.933" v="580" actId="1076"/>
        <pc:sldMkLst>
          <pc:docMk/>
          <pc:sldMk cId="2125104488" sldId="283"/>
        </pc:sldMkLst>
        <pc:spChg chg="mod">
          <ac:chgData name="Dr. Deepak S Sakkari Assistant Professor( CSE)" userId="6d73bcb8-5d92-40b8-9132-40f6303b79fc" providerId="ADAL" clId="{6A6CE88C-C1CC-4F3A-B486-05240001B6BF}" dt="2020-08-16T17:51:32.939" v="576" actId="404"/>
          <ac:spMkLst>
            <pc:docMk/>
            <pc:sldMk cId="2125104488" sldId="283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53.933" v="580" actId="1076"/>
          <ac:picMkLst>
            <pc:docMk/>
            <pc:sldMk cId="2125104488" sldId="283"/>
            <ac:picMk id="717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28.860" v="587" actId="1076"/>
        <pc:sldMkLst>
          <pc:docMk/>
          <pc:sldMk cId="3076381061" sldId="284"/>
        </pc:sldMkLst>
        <pc:spChg chg="mod">
          <ac:chgData name="Dr. Deepak S Sakkari Assistant Professor( CSE)" userId="6d73bcb8-5d92-40b8-9132-40f6303b79fc" providerId="ADAL" clId="{6A6CE88C-C1CC-4F3A-B486-05240001B6BF}" dt="2020-08-16T17:52:16.492" v="584" actId="403"/>
          <ac:spMkLst>
            <pc:docMk/>
            <pc:sldMk cId="3076381061" sldId="284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28.860" v="587" actId="1076"/>
          <ac:picMkLst>
            <pc:docMk/>
            <pc:sldMk cId="3076381061" sldId="284"/>
            <ac:picMk id="819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3:37.561" v="631" actId="1076"/>
        <pc:sldMkLst>
          <pc:docMk/>
          <pc:sldMk cId="769505814" sldId="285"/>
        </pc:sldMkLst>
        <pc:spChg chg="mod">
          <ac:chgData name="Dr. Deepak S Sakkari Assistant Professor( CSE)" userId="6d73bcb8-5d92-40b8-9132-40f6303b79fc" providerId="ADAL" clId="{6A6CE88C-C1CC-4F3A-B486-05240001B6BF}" dt="2020-08-16T17:53:22.212" v="596" actId="20577"/>
          <ac:spMkLst>
            <pc:docMk/>
            <pc:sldMk cId="769505814" sldId="285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3:37.561" v="631" actId="1076"/>
          <ac:picMkLst>
            <pc:docMk/>
            <pc:sldMk cId="769505814" sldId="285"/>
            <ac:picMk id="921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49.759" v="592" actId="1076"/>
        <pc:sldMkLst>
          <pc:docMk/>
          <pc:sldMk cId="3602984361" sldId="286"/>
        </pc:sldMkLst>
        <pc:spChg chg="mod">
          <ac:chgData name="Dr. Deepak S Sakkari Assistant Professor( CSE)" userId="6d73bcb8-5d92-40b8-9132-40f6303b79fc" providerId="ADAL" clId="{6A6CE88C-C1CC-4F3A-B486-05240001B6BF}" dt="2020-08-16T17:52:45.065" v="591" actId="404"/>
          <ac:spMkLst>
            <pc:docMk/>
            <pc:sldMk cId="3602984361" sldId="286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49.759" v="592" actId="1076"/>
          <ac:picMkLst>
            <pc:docMk/>
            <pc:sldMk cId="3602984361" sldId="286"/>
            <ac:picMk id="9218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4:29.167" v="657" actId="1036"/>
        <pc:sldMkLst>
          <pc:docMk/>
          <pc:sldMk cId="2829986162" sldId="287"/>
        </pc:sldMkLst>
        <pc:spChg chg="mod">
          <ac:chgData name="Dr. Deepak S Sakkari Assistant Professor( CSE)" userId="6d73bcb8-5d92-40b8-9132-40f6303b79fc" providerId="ADAL" clId="{6A6CE88C-C1CC-4F3A-B486-05240001B6BF}" dt="2020-08-16T17:54:13.453" v="653" actId="6549"/>
          <ac:spMkLst>
            <pc:docMk/>
            <pc:sldMk cId="2829986162" sldId="287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4:29.167" v="657" actId="1036"/>
          <ac:picMkLst>
            <pc:docMk/>
            <pc:sldMk cId="2829986162" sldId="287"/>
            <ac:picMk id="10242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5:23.973" v="666" actId="1076"/>
        <pc:sldMkLst>
          <pc:docMk/>
          <pc:sldMk cId="1866790028" sldId="288"/>
        </pc:sldMkLst>
        <pc:spChg chg="mod">
          <ac:chgData name="Dr. Deepak S Sakkari Assistant Professor( CSE)" userId="6d73bcb8-5d92-40b8-9132-40f6303b79fc" providerId="ADAL" clId="{6A6CE88C-C1CC-4F3A-B486-05240001B6BF}" dt="2020-08-16T17:55:16.732" v="665" actId="6549"/>
          <ac:spMkLst>
            <pc:docMk/>
            <pc:sldMk cId="1866790028" sldId="288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5:23.973" v="666" actId="1076"/>
          <ac:picMkLst>
            <pc:docMk/>
            <pc:sldMk cId="1866790028" sldId="288"/>
            <ac:picMk id="11266" creationId="{00000000-0000-0000-0000-000000000000}"/>
          </ac:picMkLst>
        </pc:picChg>
      </pc:sldChg>
      <pc:sldChg chg="addSp modSp mod">
        <pc:chgData name="Dr. Deepak S Sakkari Assistant Professor( CSE)" userId="6d73bcb8-5d92-40b8-9132-40f6303b79fc" providerId="ADAL" clId="{6A6CE88C-C1CC-4F3A-B486-05240001B6BF}" dt="2020-08-16T17:58:28.723" v="747" actId="1035"/>
        <pc:sldMkLst>
          <pc:docMk/>
          <pc:sldMk cId="3266059444" sldId="289"/>
        </pc:sldMkLst>
        <pc:spChg chg="mod">
          <ac:chgData name="Dr. Deepak S Sakkari Assistant Professor( CSE)" userId="6d73bcb8-5d92-40b8-9132-40f6303b79fc" providerId="ADAL" clId="{6A6CE88C-C1CC-4F3A-B486-05240001B6BF}" dt="2020-08-16T17:57:17.871" v="672" actId="255"/>
          <ac:spMkLst>
            <pc:docMk/>
            <pc:sldMk cId="3266059444" sldId="289"/>
            <ac:spMk id="2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57:45.493" v="677" actId="20577"/>
          <ac:spMkLst>
            <pc:docMk/>
            <pc:sldMk cId="3266059444" sldId="289"/>
            <ac:spMk id="3" creationId="{00000000-0000-0000-0000-000000000000}"/>
          </ac:spMkLst>
        </pc:spChg>
        <pc:picChg chg="add mod">
          <ac:chgData name="Dr. Deepak S Sakkari Assistant Professor( CSE)" userId="6d73bcb8-5d92-40b8-9132-40f6303b79fc" providerId="ADAL" clId="{6A6CE88C-C1CC-4F3A-B486-05240001B6BF}" dt="2020-08-16T17:58:28.723" v="747" actId="1035"/>
          <ac:picMkLst>
            <pc:docMk/>
            <pc:sldMk cId="3266059444" sldId="289"/>
            <ac:picMk id="7" creationId="{4226936F-2BC6-4083-B1A0-1A7E7C42EC5D}"/>
          </ac:picMkLst>
        </pc:picChg>
      </pc:sldChg>
      <pc:sldChg chg="del">
        <pc:chgData name="Dr. Deepak S Sakkari Assistant Professor( CSE)" userId="6d73bcb8-5d92-40b8-9132-40f6303b79fc" providerId="ADAL" clId="{6A6CE88C-C1CC-4F3A-B486-05240001B6BF}" dt="2020-08-16T17:58:42.160" v="748" actId="2696"/>
        <pc:sldMkLst>
          <pc:docMk/>
          <pc:sldMk cId="2059104741" sldId="290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7:59:20.322" v="754" actId="1076"/>
        <pc:sldMkLst>
          <pc:docMk/>
          <pc:sldMk cId="3191863920" sldId="291"/>
        </pc:sldMkLst>
        <pc:spChg chg="mod">
          <ac:chgData name="Dr. Deepak S Sakkari Assistant Professor( CSE)" userId="6d73bcb8-5d92-40b8-9132-40f6303b79fc" providerId="ADAL" clId="{6A6CE88C-C1CC-4F3A-B486-05240001B6BF}" dt="2020-08-16T17:59:11.977" v="753" actId="404"/>
          <ac:spMkLst>
            <pc:docMk/>
            <pc:sldMk cId="3191863920" sldId="291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9:20.322" v="754" actId="1076"/>
          <ac:picMkLst>
            <pc:docMk/>
            <pc:sldMk cId="3191863920" sldId="291"/>
            <ac:picMk id="13314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0:50.782" v="804" actId="255"/>
        <pc:sldMkLst>
          <pc:docMk/>
          <pc:sldMk cId="2904947208" sldId="292"/>
        </pc:sldMkLst>
        <pc:spChg chg="mod">
          <ac:chgData name="Dr. Deepak S Sakkari Assistant Professor( CSE)" userId="6d73bcb8-5d92-40b8-9132-40f6303b79fc" providerId="ADAL" clId="{6A6CE88C-C1CC-4F3A-B486-05240001B6BF}" dt="2020-08-16T18:10:50.782" v="804" actId="255"/>
          <ac:spMkLst>
            <pc:docMk/>
            <pc:sldMk cId="2904947208" sldId="29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8:01:00.044" v="771" actId="1076"/>
        <pc:sldMkLst>
          <pc:docMk/>
          <pc:sldMk cId="1145221943" sldId="293"/>
        </pc:sldMkLst>
        <pc:spChg chg="mod">
          <ac:chgData name="Dr. Deepak S Sakkari Assistant Professor( CSE)" userId="6d73bcb8-5d92-40b8-9132-40f6303b79fc" providerId="ADAL" clId="{6A6CE88C-C1CC-4F3A-B486-05240001B6BF}" dt="2020-08-16T18:00:50.359" v="769" actId="948"/>
          <ac:spMkLst>
            <pc:docMk/>
            <pc:sldMk cId="1145221943" sldId="293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00:54.771" v="770" actId="1076"/>
          <ac:picMkLst>
            <pc:docMk/>
            <pc:sldMk cId="1145221943" sldId="293"/>
            <ac:picMk id="14338" creationId="{00000000-0000-0000-0000-000000000000}"/>
          </ac:picMkLst>
        </pc:picChg>
        <pc:picChg chg="mod">
          <ac:chgData name="Dr. Deepak S Sakkari Assistant Professor( CSE)" userId="6d73bcb8-5d92-40b8-9132-40f6303b79fc" providerId="ADAL" clId="{6A6CE88C-C1CC-4F3A-B486-05240001B6BF}" dt="2020-08-16T18:01:00.044" v="771" actId="1076"/>
          <ac:picMkLst>
            <pc:docMk/>
            <pc:sldMk cId="1145221943" sldId="293"/>
            <ac:picMk id="1434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09:57.766" v="796" actId="313"/>
        <pc:sldMkLst>
          <pc:docMk/>
          <pc:sldMk cId="1457111660" sldId="294"/>
        </pc:sldMkLst>
        <pc:spChg chg="mod">
          <ac:chgData name="Dr. Deepak S Sakkari Assistant Professor( CSE)" userId="6d73bcb8-5d92-40b8-9132-40f6303b79fc" providerId="ADAL" clId="{6A6CE88C-C1CC-4F3A-B486-05240001B6BF}" dt="2020-08-16T18:09:57.766" v="796" actId="313"/>
          <ac:spMkLst>
            <pc:docMk/>
            <pc:sldMk cId="1457111660" sldId="29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8:11:20.117" v="805" actId="2696"/>
        <pc:sldMkLst>
          <pc:docMk/>
          <pc:sldMk cId="3110987420" sldId="295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8:11:54.808" v="811" actId="404"/>
        <pc:sldMkLst>
          <pc:docMk/>
          <pc:sldMk cId="2011300504" sldId="296"/>
        </pc:sldMkLst>
        <pc:spChg chg="mod">
          <ac:chgData name="Dr. Deepak S Sakkari Assistant Professor( CSE)" userId="6d73bcb8-5d92-40b8-9132-40f6303b79fc" providerId="ADAL" clId="{6A6CE88C-C1CC-4F3A-B486-05240001B6BF}" dt="2020-08-16T18:11:54.808" v="811" actId="404"/>
          <ac:spMkLst>
            <pc:docMk/>
            <pc:sldMk cId="2011300504" sldId="296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8:12:16.452" v="813" actId="2696"/>
        <pc:sldMkLst>
          <pc:docMk/>
          <pc:sldMk cId="422380363" sldId="297"/>
        </pc:sldMkLst>
        <pc:spChg chg="mod">
          <ac:chgData name="Dr. Deepak S Sakkari Assistant Professor( CSE)" userId="6d73bcb8-5d92-40b8-9132-40f6303b79fc" providerId="ADAL" clId="{6A6CE88C-C1CC-4F3A-B486-05240001B6BF}" dt="2020-08-16T18:11:47.295" v="808" actId="21"/>
          <ac:spMkLst>
            <pc:docMk/>
            <pc:sldMk cId="422380363" sldId="297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2:10.728" v="812" actId="1076"/>
          <ac:picMkLst>
            <pc:docMk/>
            <pc:sldMk cId="422380363" sldId="297"/>
            <ac:picMk id="1536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2:35.971" v="818" actId="20577"/>
        <pc:sldMkLst>
          <pc:docMk/>
          <pc:sldMk cId="761635623" sldId="298"/>
        </pc:sldMkLst>
        <pc:spChg chg="mod">
          <ac:chgData name="Dr. Deepak S Sakkari Assistant Professor( CSE)" userId="6d73bcb8-5d92-40b8-9132-40f6303b79fc" providerId="ADAL" clId="{6A6CE88C-C1CC-4F3A-B486-05240001B6BF}" dt="2020-08-16T18:12:35.971" v="818" actId="20577"/>
          <ac:spMkLst>
            <pc:docMk/>
            <pc:sldMk cId="761635623" sldId="29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3:08.143" v="858" actId="1035"/>
        <pc:sldMkLst>
          <pc:docMk/>
          <pc:sldMk cId="2659602100" sldId="299"/>
        </pc:sldMkLst>
        <pc:picChg chg="mod">
          <ac:chgData name="Dr. Deepak S Sakkari Assistant Professor( CSE)" userId="6d73bcb8-5d92-40b8-9132-40f6303b79fc" providerId="ADAL" clId="{6A6CE88C-C1CC-4F3A-B486-05240001B6BF}" dt="2020-08-16T18:13:08.143" v="858" actId="1035"/>
          <ac:picMkLst>
            <pc:docMk/>
            <pc:sldMk cId="2659602100" sldId="299"/>
            <ac:picMk id="16387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8:14:25.007" v="975" actId="732"/>
        <pc:sldMkLst>
          <pc:docMk/>
          <pc:sldMk cId="1639119821" sldId="300"/>
        </pc:sldMkLst>
        <pc:picChg chg="mod">
          <ac:chgData name="Dr. Deepak S Sakkari Assistant Professor( CSE)" userId="6d73bcb8-5d92-40b8-9132-40f6303b79fc" providerId="ADAL" clId="{6A6CE88C-C1CC-4F3A-B486-05240001B6BF}" dt="2020-08-16T18:14:25.007" v="975" actId="732"/>
          <ac:picMkLst>
            <pc:docMk/>
            <pc:sldMk cId="1639119821" sldId="300"/>
            <ac:picMk id="17410" creationId="{00000000-0000-0000-0000-000000000000}"/>
          </ac:picMkLst>
        </pc:picChg>
      </pc:sldChg>
      <pc:sldMasterChg chg="addSp delSp modSp mod modSldLayout">
        <pc:chgData name="Dr. Deepak S Sakkari Assistant Professor( CSE)" userId="6d73bcb8-5d92-40b8-9132-40f6303b79fc" providerId="ADAL" clId="{6A6CE88C-C1CC-4F3A-B486-05240001B6BF}" dt="2020-08-16T17:22:17.156" v="59" actId="2711"/>
        <pc:sldMasterMkLst>
          <pc:docMk/>
          <pc:sldMasterMk cId="2257922174" sldId="2147483684"/>
        </pc:sldMasterMkLst>
        <pc:spChg chg="del">
          <ac:chgData name="Dr. Deepak S Sakkari Assistant Professor( CSE)" userId="6d73bcb8-5d92-40b8-9132-40f6303b79fc" providerId="ADAL" clId="{6A6CE88C-C1CC-4F3A-B486-05240001B6BF}" dt="2020-08-16T17:18:55.997" v="14" actId="478"/>
          <ac:spMkLst>
            <pc:docMk/>
            <pc:sldMasterMk cId="2257922174" sldId="2147483684"/>
            <ac:spMk id="7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09.695" v="58"/>
          <ac:spMkLst>
            <pc:docMk/>
            <pc:sldMasterMk cId="2257922174" sldId="2147483684"/>
            <ac:spMk id="1026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17.156" v="59" actId="2711"/>
          <ac:spMkLst>
            <pc:docMk/>
            <pc:sldMasterMk cId="2257922174" sldId="2147483684"/>
            <ac:spMk id="1027" creationId="{00000000-0000-0000-0000-000000000000}"/>
          </ac:spMkLst>
        </pc:spChg>
        <pc:picChg chg="add">
          <ac:chgData name="Dr. Deepak S Sakkari Assistant Professor( CSE)" userId="6d73bcb8-5d92-40b8-9132-40f6303b79fc" providerId="ADAL" clId="{6A6CE88C-C1CC-4F3A-B486-05240001B6BF}" dt="2020-08-16T17:18:50.359" v="13" actId="22"/>
          <ac:picMkLst>
            <pc:docMk/>
            <pc:sldMasterMk cId="2257922174" sldId="2147483684"/>
            <ac:picMk id="2" creationId="{D556AC99-D25B-44D7-B4D4-56DFBA9A948D}"/>
          </ac:picMkLst>
        </pc:picChg>
        <pc:cxnChg chg="add mod">
          <ac:chgData name="Dr. Deepak S Sakkari Assistant Professor( CSE)" userId="6d73bcb8-5d92-40b8-9132-40f6303b79fc" providerId="ADAL" clId="{6A6CE88C-C1CC-4F3A-B486-05240001B6BF}" dt="2020-08-16T17:20:46.450" v="41" actId="692"/>
          <ac:cxnSpMkLst>
            <pc:docMk/>
            <pc:sldMasterMk cId="2257922174" sldId="2147483684"/>
            <ac:cxnSpMk id="9" creationId="{3B5F36A5-15D8-4D7C-9B1D-11E3C685F0D5}"/>
          </ac:cxnSpMkLst>
        </pc:cxnChg>
        <pc:sldLayoutChg chg="addSp modSp mod">
          <pc:chgData name="Dr. Deepak S Sakkari Assistant Professor( CSE)" userId="6d73bcb8-5d92-40b8-9132-40f6303b79fc" providerId="ADAL" clId="{6A6CE88C-C1CC-4F3A-B486-05240001B6BF}" dt="2020-08-16T17:18:26.126" v="12" actId="1036"/>
          <pc:sldLayoutMkLst>
            <pc:docMk/>
            <pc:sldMasterMk cId="2257922174" sldId="2147483684"/>
            <pc:sldLayoutMk cId="3379957623" sldId="2147483685"/>
          </pc:sldLayoutMkLst>
          <pc:picChg chg="add mod">
            <ac:chgData name="Dr. Deepak S Sakkari Assistant Professor( CSE)" userId="6d73bcb8-5d92-40b8-9132-40f6303b79fc" providerId="ADAL" clId="{6A6CE88C-C1CC-4F3A-B486-05240001B6BF}" dt="2020-08-16T17:18:26.126" v="12" actId="1036"/>
            <ac:picMkLst>
              <pc:docMk/>
              <pc:sldMasterMk cId="2257922174" sldId="2147483684"/>
              <pc:sldLayoutMk cId="3379957623" sldId="2147483685"/>
              <ac:picMk id="8" creationId="{EE652140-DF33-42B2-90EF-9E9B8553CD93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30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C5A33-9226-4376-B906-4B0C7752F3F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4AADF8-674F-4E37-AEDC-92DD750D117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B81AED-7B70-496A-A12E-823AEFD5C0BB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E8D6D-3A91-4BD0-9248-7F8660A8F09B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BBFFE7-CAC9-497A-AAF7-C2922785C649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E3908D-C920-449F-B38A-64963E2B48E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FBD9F8-5A17-427A-BB04-9A98943668E8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2DEC6A-E0EE-4392-B80F-E55C5E1190FC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A688D0-D902-44CB-BD46-3F634243F429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5CB118-406F-4C5F-971C-D01C2075A44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1AAB5-29E3-454A-8B27-82FAF9AA8D2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1075A-DF51-44C7-B71F-F968B902E6D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/>
              <a:t>CLOUD COMPUTING FOR IOT-CIT3406</a:t>
            </a:r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6803-EC4C-777A-EBF1-F2AE14501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350" y="2480024"/>
            <a:ext cx="6851650" cy="165523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2D802-EEE9-CC9C-DB4C-48149F90E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9400" y="4800600"/>
            <a:ext cx="5825202" cy="822674"/>
          </a:xfrm>
        </p:spPr>
        <p:txBody>
          <a:bodyPr>
            <a:normAutofit fontScale="47500" lnSpcReduction="20000"/>
          </a:bodyPr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Sharanya S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49096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3434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endParaRPr lang="en-US" sz="1200" b="1" dirty="0">
              <a:solidFill>
                <a:srgbClr val="00B05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Cloud Computing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Management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Processing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IT Resources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Providers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Google Cloud Platform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9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4876800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the delivery of computing services such as servers, databases, networking, software, and analytics through the Internet (“the cloud”).</a:t>
            </a:r>
          </a:p>
          <a:p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maintaining local servers, companies use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data centers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managed by cloud providers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store files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are using cloud storage.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IoT data from sensors is stored and processed on AWS, that’s cloud computing.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Cost-effective (no need for expensive hardware)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Accessible anywhere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Flexible and scalable</a:t>
            </a:r>
          </a:p>
          <a:p>
            <a:pPr marL="0" indent="0" algn="just">
              <a:lnSpc>
                <a:spcPct val="119000"/>
              </a:lnSpc>
              <a:buNone/>
            </a:pPr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9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A026-7695-8873-A037-47DBFBCC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5676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IoT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A70A-31CF-8DFF-0E8C-BCE32702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0614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continuously generate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amounts of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(temperature, humidity, traffic, etc.).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and processing all this data locally is difficult — cloud platforms solve this.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provides: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 sensor readings safely.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and interpret data in real-time.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connect easily to servers via the internet.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smart home uses cloud computing to collect data from sensors and automate lights, fans, or alarms based on user preferences.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B780D-9487-7AD5-E9CE-4EB84B10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AA3A1DFA-BF0D-B2A2-D637-288CD8CCE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167123"/>
              </p:ext>
            </p:extLst>
          </p:nvPr>
        </p:nvGraphicFramePr>
        <p:xfrm>
          <a:off x="533400" y="1158240"/>
          <a:ext cx="8242300" cy="4632960"/>
        </p:xfrm>
        <a:graphic>
          <a:graphicData uri="http://schemas.openxmlformats.org/drawingml/2006/table">
            <a:tbl>
              <a:tblPr/>
              <a:tblGrid>
                <a:gridCol w="2755900">
                  <a:extLst>
                    <a:ext uri="{9D8B030D-6E8A-4147-A177-3AD203B41FA5}">
                      <a16:colId xmlns:a16="http://schemas.microsoft.com/office/drawing/2014/main" val="9596638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095444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95976781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543008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On-demand self-service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computing resources as needed without human help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a virtual machine anytime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31054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network access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 available over the Internet from anywhere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Accessing AWS or Google Cloud from any device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818997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pooling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customers share a pool of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servers and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136715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&amp; Elasticity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 can be increased or decreased automatically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 scaling in 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459714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service (Pay-as-you-go)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 only for what you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bills like electricity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6733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4355BE7-8501-8913-59A9-981278DB975B}"/>
              </a:ext>
            </a:extLst>
          </p:cNvPr>
          <p:cNvSpPr txBox="1"/>
          <p:nvPr/>
        </p:nvSpPr>
        <p:spPr>
          <a:xfrm>
            <a:off x="609600" y="371958"/>
            <a:ext cx="723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96584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8AE9-95E3-4FB7-7E06-FBBF8A0B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E6E84-1386-1A7C-89D5-53ACA4847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5813"/>
            <a:ext cx="8229600" cy="4985238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involves handling and controlling computing resources on cloud platforms.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Provisioning: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Allocating resources such as storage or compute power.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Keeping track of usage, cost, and performance.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scripts or tools to automatically start or stop services.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Protecting data and managing access controls.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Tools: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Management Console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Portal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Console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tools allow developers to monitor and manage their IoT applications from a single dashboard.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B40D0-4AA2-BF35-58FB-633A84FD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6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EEA7-3D72-A621-1BFF-7777C59F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11B8D-EBEB-EDFE-1E4F-E64DBB646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means saving data on the Internet instead of on local drives.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safety, backup, and easy access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anywhere.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Cloud Storage: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unstructured data (e.g., images, videos, sensor logs)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AWS S3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files and folders that multiple systems can share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Azure Files, Google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Filestore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databases or high-speed operations –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AWS EBS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storage space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(backups on multiple servers)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IoT analytics tools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4430C-0CE2-E030-A74D-87DA2618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470E-EBE4-FC11-18E4-850BEE20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3" y="207512"/>
            <a:ext cx="8229600" cy="88631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in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43E0-86DC-193A-F4B3-F1B4015F3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IoT devices send raw data to the cloud, it must be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and analyzed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offers high-speed CPUs and distributed systems to handle this.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Processing: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data sets processed at once (e.g., analyzing daily sensor data).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Processing: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analysis of continuous data (e.g., live vehicle tracking).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 – processes data when triggered (serverless).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Stream Analytics – analyzes real-time IoT streams.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Dataflow – processes large-scale data pipelines.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smart city, live traffic sensor data is analyzed in the cloud to control signal timings dynamically.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56C3C-F35A-8AAD-F42E-8C94B65A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69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DDC2-63F8-FF7C-39BF-90614D7C1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processing means handling and analyzing large sets of data using cloud-based tools.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of Cloud Data Processing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devices or applications send data to the cloud.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stored in cloud databases or data lakes.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services (like AWS Lambda, Azure Machine Learning) process data.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like AWS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QuickSight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Google Data Studio visualize the results.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IoT-based smart home system sends temperature data to AWS Cloud, which processes and analyzes it to automatically adjust the AC.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8ECEF-C0BD-EA73-60AA-5DF47F91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2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964B9-D844-AB42-24B3-1A9419E65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Working Principle of a Sensor: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physical change (light, heat, motion).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Transducer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converts it into an electrical signal (voltage or current).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Conditioning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amplifies or filters the signal for better accuracy.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Interface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Arduino reads the sensor’s output and processes it.</a:t>
            </a:r>
          </a:p>
          <a:p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AAAA8-7C7E-6EDD-7841-3DE8BFB2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7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A74-B369-1F57-4564-36073E9A5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IT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9402-3447-1B37-F260-8BE1E30EE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computing resources such as servers, storage, databases, networking, and software — all delivered over the Internet.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“on-demand”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you can provision and release resources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required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manual setup or large upfront costs.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IoT application suddenly gets more users, you can instantly add more virtual servers (EC2 instances in AWS) and shut them down when demand falls — paying only for the time used.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E883B-FF09-8BCC-4796-B96B2022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90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6948-8104-23DB-CCBB-E6B44F92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 –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B26C-C1BF-76AA-703B-83DB15DB8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delivery is made possible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allows one physical server to run multiple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(VMs)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acting as an independent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Virtualization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Virtualization: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Divides one physical server into several virtual ones.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multiple storage devices into one logical unit.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virtual networks using software rather than hardware.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VMware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ESXi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KVM, or Hyper-V) manage these VMs and allocate CPU, memory, and storage dynamically.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4832F-507D-B0A3-4FD3-7ACAA304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72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0E79-3650-6DC6-3815-6C74BE25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Provisioning Models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F151EA6-F3B4-D5CA-0B4C-FD8EE2D3D7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848909"/>
              </p:ext>
            </p:extLst>
          </p:nvPr>
        </p:nvGraphicFramePr>
        <p:xfrm>
          <a:off x="457200" y="1896745"/>
          <a:ext cx="8229600" cy="3413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79303094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2251323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80558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48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Provisioning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Administrator creates VMs or storage manually.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Launching an EC2 instance through AWS Console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193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Provisioning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 are created automatically based on conditions.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 Scaling in AWS adds servers when CPU &gt; 80 %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093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Provisioning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 are adjusted in real-time according to workload.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Serverless model like AWS Lambda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39018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294B9-6328-3214-2AAD-5DAF0097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9B7EE-27B6-0141-8494-35B3B4307A60}"/>
              </a:ext>
            </a:extLst>
          </p:cNvPr>
          <p:cNvSpPr txBox="1"/>
          <p:nvPr/>
        </p:nvSpPr>
        <p:spPr>
          <a:xfrm>
            <a:off x="491066" y="1162027"/>
            <a:ext cx="80433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Provisioning means allocating and configuring the needed cloud resources.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88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A98F-489F-E64D-3059-66F29B7F9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On-Demand IT Resources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Elasticity &amp; Scalability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Easily scale resources up/down.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Pay-as-you-go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Pay only for what you use.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Available anywhere through the Internet.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Self-Service Provisioning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create or remove resources without human support.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Immediate response to changing demand.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4CFC2-28A6-B443-E689-42BAD0A9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5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0525-2A4A-8289-2DEA-0C36E8CE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Models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0A368C-EF22-0DB2-5C24-9639831B8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6042"/>
              </p:ext>
            </p:extLst>
          </p:nvPr>
        </p:nvGraphicFramePr>
        <p:xfrm>
          <a:off x="457200" y="1219200"/>
          <a:ext cx="8229600" cy="3048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90900583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345847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35990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39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IaaS (Infrastructure as a Service)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virtualized hardware — servers, networks, storage. Users install OS and apps.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EC2, Google Compute Engine, Azure VMs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8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PaaS (Platform as a Service)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ready-made platform for developers — includes OS, runtime, and tools.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Elastic Beanstalk, Google App Engine, Azure App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429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SaaS (Software as a Service)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complete software applications accessible through the web.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Gmail, Microsoft 365, Salesforce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271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DFA3F-1447-1C02-CDAD-4BAA7BDF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C88F8-8022-FD90-5E00-51E2FC146468}"/>
              </a:ext>
            </a:extLst>
          </p:cNvPr>
          <p:cNvSpPr txBox="1"/>
          <p:nvPr/>
        </p:nvSpPr>
        <p:spPr>
          <a:xfrm>
            <a:off x="431800" y="4306894"/>
            <a:ext cx="8102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smart-home system might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storing sensor data,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running analytics,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 dashboards.</a:t>
            </a:r>
          </a:p>
        </p:txBody>
      </p:sp>
    </p:spTree>
    <p:extLst>
      <p:ext uri="{BB962C8B-B14F-4D97-AF65-F5344CB8AC3E}">
        <p14:creationId xmlns:p14="http://schemas.microsoft.com/office/powerpoint/2010/main" val="32370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8EBB-132B-8147-E350-89B639B1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Cloud Service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2A3E-4D48-53B9-2EA7-0EC2622F1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0762"/>
            <a:ext cx="8991600" cy="4680431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Amazon Web Services (AWS)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EC2 (Virtual Servers), Lambda (Serverless)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S3 (Object Storage), EBS (Block Storage).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DynamoDB, RDS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VPC, CloudFront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AWS IoT Core connects devices and processes data in real-time.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Microsoft Azure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Machines, App Services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Blob, File, Queue Storage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Database, Cosmos DB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BI, Azure Machine Learning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Azure IoT Hub + IoT Central provide device management and data analytics.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94081-7207-F1D2-60C2-84F70AAB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166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82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8CC96-F503-CF98-8F1D-5AB5817C0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Google Cloud Platform (GCP)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 Engine (VMs), Cloud Functions (Serverless)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Storage (Buckets)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Cloud IoT Core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high-volume sensor data analysis.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62E70-635D-2A02-D547-F70F6AE0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39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12F6-EF2B-17F6-A90C-CCD36580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Integration with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500D-932B-D58C-FECD-09F75CEF1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generate massive streams of data that need to be: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from sensors.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securely to the cloud.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and analyzed for decision-making.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through dashboards or applications.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Workflow: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sensor → sends temperature data via MQTT.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gateway (AWS IoT Core) receives it.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Amazon S3 and processed by AWS Lambda.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visualized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QuickSight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computing and storage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enable scalable IoT solutions.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9EBFE-091E-FA2D-67CB-DA2A50B7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0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C2AB-B298-2609-78D8-A460ECCB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AWS, Azure, and GCP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17F7F7-3929-3152-720F-159DC9515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4153265"/>
              </p:ext>
            </p:extLst>
          </p:nvPr>
        </p:nvGraphicFramePr>
        <p:xfrm>
          <a:off x="609600" y="1062421"/>
          <a:ext cx="8001004" cy="4957379"/>
        </p:xfrm>
        <a:graphic>
          <a:graphicData uri="http://schemas.openxmlformats.org/drawingml/2006/table">
            <a:tbl>
              <a:tblPr/>
              <a:tblGrid>
                <a:gridCol w="2000251">
                  <a:extLst>
                    <a:ext uri="{9D8B030D-6E8A-4147-A177-3AD203B41FA5}">
                      <a16:colId xmlns:a16="http://schemas.microsoft.com/office/drawing/2014/main" val="1575518358"/>
                    </a:ext>
                  </a:extLst>
                </a:gridCol>
                <a:gridCol w="2000251">
                  <a:extLst>
                    <a:ext uri="{9D8B030D-6E8A-4147-A177-3AD203B41FA5}">
                      <a16:colId xmlns:a16="http://schemas.microsoft.com/office/drawing/2014/main" val="501084985"/>
                    </a:ext>
                  </a:extLst>
                </a:gridCol>
                <a:gridCol w="2000251">
                  <a:extLst>
                    <a:ext uri="{9D8B030D-6E8A-4147-A177-3AD203B41FA5}">
                      <a16:colId xmlns:a16="http://schemas.microsoft.com/office/drawing/2014/main" val="416310271"/>
                    </a:ext>
                  </a:extLst>
                </a:gridCol>
                <a:gridCol w="2000251">
                  <a:extLst>
                    <a:ext uri="{9D8B030D-6E8A-4147-A177-3AD203B41FA5}">
                      <a16:colId xmlns:a16="http://schemas.microsoft.com/office/drawing/2014/main" val="1709437264"/>
                    </a:ext>
                  </a:extLst>
                </a:gridCol>
              </a:tblGrid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Azure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517029"/>
                  </a:ext>
                </a:extLst>
              </a:tr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Launch Year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2006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5240"/>
                  </a:ext>
                </a:extLst>
              </a:tr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 Company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461908"/>
                  </a:ext>
                </a:extLst>
              </a:tr>
              <a:tr h="554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Share (2025 est.)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~34%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~24%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~11%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776418"/>
                  </a:ext>
                </a:extLst>
              </a:tr>
              <a:tr h="775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Broadest service range, IoT, global presence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 integration, hybrid cloud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AI/ML, analytics, data handling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211621"/>
                  </a:ext>
                </a:extLst>
              </a:tr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 Service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EC2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Machines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 Engine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852517"/>
                  </a:ext>
                </a:extLst>
              </a:tr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Service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S3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Blob Storage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Storage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32407"/>
                  </a:ext>
                </a:extLst>
              </a:tr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Service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IoT Core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IoT Hub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IoT Core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90153"/>
                  </a:ext>
                </a:extLst>
              </a:tr>
              <a:tr h="54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SageMaker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ML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Vertex AI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030245"/>
                  </a:ext>
                </a:extLst>
              </a:tr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Serverless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Lambda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Functions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Functions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141443"/>
                  </a:ext>
                </a:extLst>
              </a:tr>
              <a:tr h="31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Pricing Model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Pay-as-you-go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Pay-as-you-go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Pay-as-you-go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329478"/>
                  </a:ext>
                </a:extLst>
              </a:tr>
              <a:tr h="554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Startups, large-scale IoT apps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Enterprises, Windows users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analytics, ML-driven apps</a:t>
                      </a:r>
                    </a:p>
                  </a:txBody>
                  <a:tcPr marL="74285" marR="74285" marT="37142" marB="371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44506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5A2D0-0721-E3E5-B062-2BF23E3B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40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F1E1E-EB31-8D02-F806-A3F0BFAD9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8826"/>
            <a:ext cx="8229600" cy="7159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Topics: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9617B-F5DD-31C1-09B0-E3E61E61F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Netflix Uses Cloud Computing to Stream Content Worldwide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Focus on scalability, global access, and cost-effectiveness.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Dropbox: Moving from Data Centers to the Cloud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Discuss how Dropbox shifted to cloud architecture for file sharing.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3: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YouTube Uses Cloud Data Processing for Video Recommendations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Analyze data flow, processing, and personalization.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EEBA9-F6D1-455F-6477-50636DD9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47249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E1AEB670CCFE46865912AB4E24E901" ma:contentTypeVersion="0" ma:contentTypeDescription="Create a new document." ma:contentTypeScope="" ma:versionID="6732b4f8ecfde5dd9545f59cf2ba6fc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170340-60A2-4115-BFF7-5F5B2EADF7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4280</TotalTime>
  <Words>1711</Words>
  <Application>Microsoft Office PowerPoint</Application>
  <PresentationFormat>On-screen Show (4:3)</PresentationFormat>
  <Paragraphs>246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Calibri</vt:lpstr>
      <vt:lpstr>Cambria</vt:lpstr>
      <vt:lpstr>Times New Roman</vt:lpstr>
      <vt:lpstr>Wingdings</vt:lpstr>
      <vt:lpstr>Thiru_Regular</vt:lpstr>
      <vt:lpstr>PowerPoint Presentation</vt:lpstr>
      <vt:lpstr>Module 3: Cloud Computing </vt:lpstr>
      <vt:lpstr>Contents</vt:lpstr>
      <vt:lpstr>Introduction to Cloud Computing</vt:lpstr>
      <vt:lpstr>Cloud Computing and IoT </vt:lpstr>
      <vt:lpstr>PowerPoint Presentation</vt:lpstr>
      <vt:lpstr>Cloud Management</vt:lpstr>
      <vt:lpstr>Cloud Storage</vt:lpstr>
      <vt:lpstr>Data Processing in Cloud</vt:lpstr>
      <vt:lpstr>PowerPoint Presentation</vt:lpstr>
      <vt:lpstr>PowerPoint Presentation</vt:lpstr>
      <vt:lpstr>On-Demand IT Resources</vt:lpstr>
      <vt:lpstr>Core Concept – Virtualization</vt:lpstr>
      <vt:lpstr>Resource Provisioning Models</vt:lpstr>
      <vt:lpstr>PowerPoint Presentation</vt:lpstr>
      <vt:lpstr>Cloud Service Models</vt:lpstr>
      <vt:lpstr>Major Cloud Service Providers</vt:lpstr>
      <vt:lpstr>PowerPoint Presentation</vt:lpstr>
      <vt:lpstr>Cloud Integration with IoT</vt:lpstr>
      <vt:lpstr>Comparison of AWS, Azure, and GCP</vt:lpstr>
      <vt:lpstr>Case Study Topics: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Thiruselvan Subramanian</dc:creator>
  <cp:lastModifiedBy>Sharanya Salian</cp:lastModifiedBy>
  <cp:revision>343</cp:revision>
  <dcterms:created xsi:type="dcterms:W3CDTF">2006-08-16T00:00:00Z</dcterms:created>
  <dcterms:modified xsi:type="dcterms:W3CDTF">2025-11-28T10:09:27Z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0x01010010E1AEB670CCFE46865912AB4E24E901</vt:lpwstr>
  </property>
</Properties>
</file>