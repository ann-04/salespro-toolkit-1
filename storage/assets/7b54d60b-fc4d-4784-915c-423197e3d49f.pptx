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</a:t>
            </a:r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include Overview of the company or organization, products and clients etc..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restricted to 3 slides.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domain/Technology during your Internship like Features, Importance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challenges faced in searching Internship, cracking the interview, getting adjusted with the team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</TotalTime>
  <Words>236</Words>
  <Application>Microsoft Office PowerPoint</Application>
  <PresentationFormat>Widescreen</PresentationFormat>
  <Paragraphs>57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Dr. Mohammed Zia Ur Rahman</cp:lastModifiedBy>
  <cp:revision>716</cp:revision>
  <dcterms:created xsi:type="dcterms:W3CDTF">2022-10-14T07:18:17Z</dcterms:created>
  <dcterms:modified xsi:type="dcterms:W3CDTF">2026-01-09T07:43:46Z</dcterms:modified>
</cp:coreProperties>
</file>